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59" r:id="rId6"/>
    <p:sldId id="270" r:id="rId7"/>
    <p:sldId id="258" r:id="rId8"/>
    <p:sldId id="264" r:id="rId9"/>
    <p:sldId id="266" r:id="rId10"/>
    <p:sldId id="261" r:id="rId11"/>
    <p:sldId id="265" r:id="rId12"/>
    <p:sldId id="268" r:id="rId13"/>
  </p:sldIdLst>
  <p:sldSz cx="12192000" cy="6858000"/>
  <p:notesSz cx="6858000" cy="9144000"/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577F"/>
    <a:srgbClr val="669ACE"/>
    <a:srgbClr val="255079"/>
    <a:srgbClr val="6A9ECF"/>
    <a:srgbClr val="156082"/>
    <a:srgbClr val="689B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46B16-F789-59B0-DB51-004BD10E7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9DA20B-B506-EDF5-3AF4-0FC79824D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C519C-0E52-1A02-4630-1FC8491AC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2A17-2929-44F1-A0CF-1F3356CA509F}" type="datetimeFigureOut">
              <a:rPr lang="fa-IR" smtClean="0"/>
              <a:t>12/06/1447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88D87-99E4-A1FC-9B52-D41C9FFD1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DA0BD-B93E-0144-0D3B-00ADE1D68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5EDE-2C23-4665-9EE8-F6A775B9138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8140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312BB-D69A-C8F0-6F6A-686D0D27B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E4301-D015-9436-FFB4-08F768852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83035-A6FA-F44F-3F44-3A68847F0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2A17-2929-44F1-A0CF-1F3356CA509F}" type="datetimeFigureOut">
              <a:rPr lang="fa-IR" smtClean="0"/>
              <a:t>12/06/1447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09DC0-3040-371C-4F83-5053C655D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6445A-A6FA-E811-D777-28AA93004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5EDE-2C23-4665-9EE8-F6A775B9138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22482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49715-EC61-DC65-8D3A-6381578E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BDAB7-4ED9-A8C0-3AC3-47F8CB045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C5087-5DB3-1FB0-7B37-B1DD15365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2A17-2929-44F1-A0CF-1F3356CA509F}" type="datetimeFigureOut">
              <a:rPr lang="fa-IR" smtClean="0"/>
              <a:t>12/06/1447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C23B3-D538-E648-CD1D-598633938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7B2F5-05AE-4DA7-F25A-DF6E77CC0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5EDE-2C23-4665-9EE8-F6A775B9138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97572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293E0-DBE6-83AD-D9A2-B57DD6DB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B5565-4CFA-2255-E4DA-311ED3EB4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015D8-2D46-1400-A01B-EEC0F5DD3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82346-3131-0596-7BD1-A5DEB406F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2A17-2929-44F1-A0CF-1F3356CA509F}" type="datetimeFigureOut">
              <a:rPr lang="fa-IR" smtClean="0"/>
              <a:t>12/06/1447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5EF1A-65D2-9243-BAE2-B27ABF4A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FDEC9-16A4-5971-600C-F960D7ACC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5EDE-2C23-4665-9EE8-F6A775B9138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11549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89B60-E38C-F383-4505-47D797090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DD536-01BA-CAD0-5EF8-71E4AB521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42178-B407-B60C-D787-AF298E247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0465C-213C-5F8B-3C9E-F35C7C0A47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7AB63-DEE5-533A-7AC7-94C84DEE87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11960E-03D7-B0F9-5505-A88C1CCE3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2A17-2929-44F1-A0CF-1F3356CA509F}" type="datetimeFigureOut">
              <a:rPr lang="fa-IR" smtClean="0"/>
              <a:t>12/06/1447</a:t>
            </a:fld>
            <a:endParaRPr lang="fa-I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723C1C-8F4C-B18D-5CC8-54C1BF19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052FCC-3836-6CE0-A067-E0F51979D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5EDE-2C23-4665-9EE8-F6A775B9138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38941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C123-07EC-7ADF-F7B3-376850F92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99A08-FDF4-F6A9-491E-0C18C5CDD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2A17-2929-44F1-A0CF-1F3356CA509F}" type="datetimeFigureOut">
              <a:rPr lang="fa-IR" smtClean="0"/>
              <a:t>12/06/1447</a:t>
            </a:fld>
            <a:endParaRPr lang="fa-I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5F78C3-C571-6102-3FDD-857D2C1A2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AFA6E-2375-1EB0-1D2F-A62648C36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5EDE-2C23-4665-9EE8-F6A775B9138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82400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2848AA-80C2-6ACB-3121-FEC5A5C44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2A17-2929-44F1-A0CF-1F3356CA509F}" type="datetimeFigureOut">
              <a:rPr lang="fa-IR" smtClean="0"/>
              <a:t>12/06/1447</a:t>
            </a:fld>
            <a:endParaRPr lang="fa-I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BC8055-777F-3C56-C6C2-B4FCA072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D528B-869D-D72C-8D06-AD6FD4A74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5EDE-2C23-4665-9EE8-F6A775B9138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620751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CCF1-D09E-EB2C-B67F-3AC8779C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4E009-7707-7EE1-9945-53B1CF6F5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EA6367-BE65-FDB6-2E49-9EC358402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6F8D6-87C7-1679-108D-DA92E88DD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2A17-2929-44F1-A0CF-1F3356CA509F}" type="datetimeFigureOut">
              <a:rPr lang="fa-IR" smtClean="0"/>
              <a:t>12/06/1447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513D78-CD54-7A6B-90A8-4F65B47D2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28A37-8A75-4796-2EB7-F4517A6FD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5EDE-2C23-4665-9EE8-F6A775B9138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2651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699BF-1B04-8D67-3F5B-2E83CB45D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8644E7-A192-BBBA-C6A3-05326DFD49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F18365-8968-05AB-3F1A-6F8107C8D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54004-EE5A-2B3E-D6F6-76EAF9FD3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2A17-2929-44F1-A0CF-1F3356CA509F}" type="datetimeFigureOut">
              <a:rPr lang="fa-IR" smtClean="0"/>
              <a:t>12/06/1447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8E358-9960-3683-521D-395AFC54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9321B-5227-F78D-0DB7-896FE9544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5EDE-2C23-4665-9EE8-F6A775B9138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967956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7F64A-3FD4-C59B-BA2E-7892D2C4B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142086-D687-8A72-6E67-7C89A7DD5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3F8A2-4BEC-357B-B9BC-FF433A2A7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2A17-2929-44F1-A0CF-1F3356CA509F}" type="datetimeFigureOut">
              <a:rPr lang="fa-IR" smtClean="0"/>
              <a:t>12/06/1447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C8767-E790-B0FB-1023-AE4D4ED26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B66EE-E4F3-E97E-4F28-7FAA8A3C7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5EDE-2C23-4665-9EE8-F6A775B9138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68933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4272AA-5393-153B-5F3F-2BD30C6AC2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3821E-668F-B125-B8A2-C19BAE6F0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8A8C4-54F4-6CB6-CBA1-BFA0B2CB2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2A17-2929-44F1-A0CF-1F3356CA509F}" type="datetimeFigureOut">
              <a:rPr lang="fa-IR" smtClean="0"/>
              <a:t>12/06/1447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7EA78-3348-50AA-65EA-53CB5A1FC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3D5DB-FEDF-1C16-1885-836AA9E64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5EDE-2C23-4665-9EE8-F6A775B9138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01202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446AF0-D299-A453-FCC7-A164732E9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E4DB4-E3D5-D3C8-9A28-AF32055C6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3BB88-94D3-F8F1-246F-BF0EC80A9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322A17-2929-44F1-A0CF-1F3356CA509F}" type="datetimeFigureOut">
              <a:rPr lang="fa-IR" smtClean="0"/>
              <a:t>12/06/1447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95124-783D-394A-6A13-5AA41530E1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F1BD6-775C-9D55-0235-B39088131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25EDE-2C23-4665-9EE8-F6A775B9138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64993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24C33F03-5178-609E-D7B9-5AFEFA51B6B0}"/>
              </a:ext>
            </a:extLst>
          </p:cNvPr>
          <p:cNvGrpSpPr/>
          <p:nvPr/>
        </p:nvGrpSpPr>
        <p:grpSpPr>
          <a:xfrm>
            <a:off x="1941208" y="978390"/>
            <a:ext cx="8309585" cy="4901221"/>
            <a:chOff x="1927283" y="1206989"/>
            <a:chExt cx="8309585" cy="4901221"/>
          </a:xfrm>
        </p:grpSpPr>
        <p:pic>
          <p:nvPicPr>
            <p:cNvPr id="5" name="Picture 4" descr="A diagram of a circuit&#10;&#10;AI-generated content may be incorrect.">
              <a:extLst>
                <a:ext uri="{FF2B5EF4-FFF2-40B4-BE49-F238E27FC236}">
                  <a16:creationId xmlns:a16="http://schemas.microsoft.com/office/drawing/2014/main" id="{D34973A9-41B3-9FDB-873A-6C09A92C2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3664" y="1206989"/>
              <a:ext cx="4101021" cy="4901221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BF6393A-BEA1-96ED-4EC5-08467C05C884}"/>
                </a:ext>
              </a:extLst>
            </p:cNvPr>
            <p:cNvCxnSpPr>
              <a:cxnSpLocks/>
            </p:cNvCxnSpPr>
            <p:nvPr/>
          </p:nvCxnSpPr>
          <p:spPr>
            <a:xfrm>
              <a:off x="4058031" y="1819656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56B9737-E4C5-2608-06DE-0D0CA03CCA8E}"/>
                </a:ext>
              </a:extLst>
            </p:cNvPr>
            <p:cNvSpPr txBox="1"/>
            <p:nvPr/>
          </p:nvSpPr>
          <p:spPr>
            <a:xfrm>
              <a:off x="3672989" y="1558046"/>
              <a:ext cx="385042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0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F6F2BDE-1E59-7EAE-55A8-ED40305C4607}"/>
                </a:ext>
              </a:extLst>
            </p:cNvPr>
            <p:cNvCxnSpPr>
              <a:cxnSpLocks/>
            </p:cNvCxnSpPr>
            <p:nvPr/>
          </p:nvCxnSpPr>
          <p:spPr>
            <a:xfrm>
              <a:off x="4058031" y="2432324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B2E7B81-94D8-50C5-91A0-0A68F366F2B6}"/>
                </a:ext>
              </a:extLst>
            </p:cNvPr>
            <p:cNvSpPr txBox="1"/>
            <p:nvPr/>
          </p:nvSpPr>
          <p:spPr>
            <a:xfrm>
              <a:off x="3672989" y="2170714"/>
              <a:ext cx="385042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1</a:t>
              </a:r>
            </a:p>
          </p:txBody>
        </p: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3D418FD5-7233-2B14-5AD1-21D463AE3319}"/>
                </a:ext>
              </a:extLst>
            </p:cNvPr>
            <p:cNvCxnSpPr>
              <a:cxnSpLocks/>
            </p:cNvCxnSpPr>
            <p:nvPr/>
          </p:nvCxnSpPr>
          <p:spPr>
            <a:xfrm>
              <a:off x="2745136" y="2542032"/>
              <a:ext cx="2062703" cy="457200"/>
            </a:xfrm>
            <a:prstGeom prst="bentConnector3">
              <a:avLst>
                <a:gd name="adj1" fmla="val 34909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86B60C35-309C-1DEF-EC31-F0FBA64CDF66}"/>
                </a:ext>
              </a:extLst>
            </p:cNvPr>
            <p:cNvCxnSpPr>
              <a:cxnSpLocks/>
            </p:cNvCxnSpPr>
            <p:nvPr/>
          </p:nvCxnSpPr>
          <p:spPr>
            <a:xfrm>
              <a:off x="2745136" y="2542032"/>
              <a:ext cx="2062703" cy="1969527"/>
            </a:xfrm>
            <a:prstGeom prst="bentConnector3">
              <a:avLst>
                <a:gd name="adj1" fmla="val 34762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D495199-7BA7-D8D0-DA4A-E91947699958}"/>
                </a:ext>
              </a:extLst>
            </p:cNvPr>
            <p:cNvSpPr txBox="1"/>
            <p:nvPr/>
          </p:nvSpPr>
          <p:spPr>
            <a:xfrm>
              <a:off x="1927283" y="2280422"/>
              <a:ext cx="750526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r>
                <a:rPr lang="en-US" dirty="0"/>
                <a:t>in_1</a:t>
              </a:r>
              <a:endParaRPr lang="fa-IR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8FC3AC5-52F8-744F-6726-E64081D7D7D6}"/>
                </a:ext>
              </a:extLst>
            </p:cNvPr>
            <p:cNvCxnSpPr>
              <a:cxnSpLocks/>
            </p:cNvCxnSpPr>
            <p:nvPr/>
          </p:nvCxnSpPr>
          <p:spPr>
            <a:xfrm>
              <a:off x="4058031" y="3558818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B8A7451-3E4E-E934-7980-D98F590EDED7}"/>
                </a:ext>
              </a:extLst>
            </p:cNvPr>
            <p:cNvSpPr txBox="1"/>
            <p:nvPr/>
          </p:nvSpPr>
          <p:spPr>
            <a:xfrm>
              <a:off x="3672989" y="3297208"/>
              <a:ext cx="385042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1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37CB1D5-2C77-07A5-62A8-8CB694E45545}"/>
                </a:ext>
              </a:extLst>
            </p:cNvPr>
            <p:cNvCxnSpPr>
              <a:cxnSpLocks/>
            </p:cNvCxnSpPr>
            <p:nvPr/>
          </p:nvCxnSpPr>
          <p:spPr>
            <a:xfrm>
              <a:off x="4058031" y="4118404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3DC8414-981B-A971-AD10-B89DD7EA8975}"/>
                </a:ext>
              </a:extLst>
            </p:cNvPr>
            <p:cNvSpPr txBox="1"/>
            <p:nvPr/>
          </p:nvSpPr>
          <p:spPr>
            <a:xfrm>
              <a:off x="3672989" y="3856794"/>
              <a:ext cx="385042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0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CBB6499-B748-73C8-1651-991D2B5F1001}"/>
                </a:ext>
              </a:extLst>
            </p:cNvPr>
            <p:cNvCxnSpPr>
              <a:cxnSpLocks/>
            </p:cNvCxnSpPr>
            <p:nvPr/>
          </p:nvCxnSpPr>
          <p:spPr>
            <a:xfrm>
              <a:off x="4058031" y="5575729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7E50CD8-2A5D-FAE6-8FF0-70AF613C5341}"/>
                </a:ext>
              </a:extLst>
            </p:cNvPr>
            <p:cNvSpPr txBox="1"/>
            <p:nvPr/>
          </p:nvSpPr>
          <p:spPr>
            <a:xfrm>
              <a:off x="3672989" y="5314119"/>
              <a:ext cx="385042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0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B4726C9-6D44-EDF8-EBEA-6057BEFF8D51}"/>
                </a:ext>
              </a:extLst>
            </p:cNvPr>
            <p:cNvCxnSpPr>
              <a:cxnSpLocks/>
            </p:cNvCxnSpPr>
            <p:nvPr/>
          </p:nvCxnSpPr>
          <p:spPr>
            <a:xfrm>
              <a:off x="2745136" y="5210175"/>
              <a:ext cx="206270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0D55D9-7BCE-5850-BB55-E02E90C3EAB7}"/>
                </a:ext>
              </a:extLst>
            </p:cNvPr>
            <p:cNvSpPr txBox="1"/>
            <p:nvPr/>
          </p:nvSpPr>
          <p:spPr>
            <a:xfrm>
              <a:off x="1994610" y="4948565"/>
              <a:ext cx="817853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r>
                <a:rPr lang="en-US" dirty="0"/>
                <a:t>in_2</a:t>
              </a:r>
              <a:endParaRPr lang="fa-IR" dirty="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70626F3-BF71-3E56-105C-167B8514BE81}"/>
                </a:ext>
              </a:extLst>
            </p:cNvPr>
            <p:cNvCxnSpPr/>
            <p:nvPr/>
          </p:nvCxnSpPr>
          <p:spPr>
            <a:xfrm>
              <a:off x="8553450" y="2999232"/>
              <a:ext cx="9906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C87518B-9D12-94DC-2CD2-00F7F5988C36}"/>
                </a:ext>
              </a:extLst>
            </p:cNvPr>
            <p:cNvSpPr txBox="1"/>
            <p:nvPr/>
          </p:nvSpPr>
          <p:spPr>
            <a:xfrm>
              <a:off x="9544050" y="2737622"/>
              <a:ext cx="692818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2800" b="1" dirty="0">
                  <a:latin typeface="Bahnschrift SemiBold" panose="020B0502040204020203" pitchFamily="34" charset="0"/>
                </a:rPr>
                <a:t>out</a:t>
              </a:r>
              <a:endParaRPr lang="fa-IR" sz="2800" b="1" dirty="0">
                <a:latin typeface="Bahnschrift SemiBold" panose="020B0502040204020203" pitchFamily="34" charset="0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F80401C4-2202-EF63-960D-ACE3B53E381F}"/>
              </a:ext>
            </a:extLst>
          </p:cNvPr>
          <p:cNvSpPr txBox="1"/>
          <p:nvPr/>
        </p:nvSpPr>
        <p:spPr>
          <a:xfrm>
            <a:off x="434728" y="330798"/>
            <a:ext cx="1880643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600" b="1" dirty="0">
                <a:latin typeface="Bahnschrift SemiBold" panose="020B0502040204020203" pitchFamily="34" charset="0"/>
              </a:rPr>
              <a:t>CA3_xor</a:t>
            </a:r>
          </a:p>
        </p:txBody>
      </p:sp>
    </p:spTree>
    <p:extLst>
      <p:ext uri="{BB962C8B-B14F-4D97-AF65-F5344CB8AC3E}">
        <p14:creationId xmlns:p14="http://schemas.microsoft.com/office/powerpoint/2010/main" val="762772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016BF-EB75-D6AF-6E37-A0C5183E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3E3AE25C-BC77-821C-758B-71834589D0F8}"/>
              </a:ext>
            </a:extLst>
          </p:cNvPr>
          <p:cNvSpPr txBox="1"/>
          <p:nvPr/>
        </p:nvSpPr>
        <p:spPr>
          <a:xfrm>
            <a:off x="434728" y="330798"/>
            <a:ext cx="1797287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600" b="1" dirty="0">
                <a:latin typeface="Bahnschrift SemiBold" panose="020B0502040204020203" pitchFamily="34" charset="0"/>
              </a:rPr>
              <a:t>CA3_inv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C948A5F-996D-EA9A-E4D1-507A8E4BE10A}"/>
              </a:ext>
            </a:extLst>
          </p:cNvPr>
          <p:cNvGrpSpPr>
            <a:grpSpLocks/>
          </p:cNvGrpSpPr>
          <p:nvPr/>
        </p:nvGrpSpPr>
        <p:grpSpPr>
          <a:xfrm>
            <a:off x="1965586" y="978390"/>
            <a:ext cx="8260829" cy="4901221"/>
            <a:chOff x="2218092" y="1206989"/>
            <a:chExt cx="8260829" cy="4901221"/>
          </a:xfrm>
        </p:grpSpPr>
        <p:pic>
          <p:nvPicPr>
            <p:cNvPr id="5" name="Picture 4" descr="A diagram of a circuit&#10;&#10;AI-generated content may be incorrect.">
              <a:extLst>
                <a:ext uri="{FF2B5EF4-FFF2-40B4-BE49-F238E27FC236}">
                  <a16:creationId xmlns:a16="http://schemas.microsoft.com/office/drawing/2014/main" id="{C9009DC7-FA23-A459-BDD2-28DA0B46F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3664" y="1206989"/>
              <a:ext cx="4101021" cy="4901221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31BCC3F-8538-18D1-9CDD-8620DA46D8B3}"/>
                </a:ext>
              </a:extLst>
            </p:cNvPr>
            <p:cNvCxnSpPr>
              <a:cxnSpLocks/>
            </p:cNvCxnSpPr>
            <p:nvPr/>
          </p:nvCxnSpPr>
          <p:spPr>
            <a:xfrm>
              <a:off x="4058031" y="1819656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6B4BBA1-E454-77BF-CC29-AE4280D358DE}"/>
                </a:ext>
              </a:extLst>
            </p:cNvPr>
            <p:cNvSpPr txBox="1">
              <a:spLocks/>
            </p:cNvSpPr>
            <p:nvPr/>
          </p:nvSpPr>
          <p:spPr>
            <a:xfrm>
              <a:off x="3672989" y="1558046"/>
              <a:ext cx="385042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1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D99AA7F-FBDA-AE4D-3FBC-19FBBBD5402F}"/>
                </a:ext>
              </a:extLst>
            </p:cNvPr>
            <p:cNvCxnSpPr>
              <a:cxnSpLocks/>
            </p:cNvCxnSpPr>
            <p:nvPr/>
          </p:nvCxnSpPr>
          <p:spPr>
            <a:xfrm>
              <a:off x="4058031" y="2432324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75FBEB-B5A1-6D9A-A300-AAC714E88BAF}"/>
                </a:ext>
              </a:extLst>
            </p:cNvPr>
            <p:cNvSpPr txBox="1">
              <a:spLocks/>
            </p:cNvSpPr>
            <p:nvPr/>
          </p:nvSpPr>
          <p:spPr>
            <a:xfrm>
              <a:off x="3672989" y="2170714"/>
              <a:ext cx="385042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0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A4F7487-02F5-AD6E-BB77-13322590387D}"/>
                </a:ext>
              </a:extLst>
            </p:cNvPr>
            <p:cNvCxnSpPr>
              <a:cxnSpLocks/>
            </p:cNvCxnSpPr>
            <p:nvPr/>
          </p:nvCxnSpPr>
          <p:spPr>
            <a:xfrm>
              <a:off x="4058031" y="3558818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93ADFB7-5EA5-D38C-744B-E41143F2F3A3}"/>
                </a:ext>
              </a:extLst>
            </p:cNvPr>
            <p:cNvSpPr txBox="1">
              <a:spLocks/>
            </p:cNvSpPr>
            <p:nvPr/>
          </p:nvSpPr>
          <p:spPr>
            <a:xfrm>
              <a:off x="3672989" y="3297208"/>
              <a:ext cx="385042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0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43546FA-73C0-F190-DCDE-B32216F7D332}"/>
                </a:ext>
              </a:extLst>
            </p:cNvPr>
            <p:cNvCxnSpPr>
              <a:cxnSpLocks/>
            </p:cNvCxnSpPr>
            <p:nvPr/>
          </p:nvCxnSpPr>
          <p:spPr>
            <a:xfrm>
              <a:off x="4058031" y="4118404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ECC0750-0DF2-C2AD-97D5-98BCB0DA54C7}"/>
                </a:ext>
              </a:extLst>
            </p:cNvPr>
            <p:cNvSpPr txBox="1">
              <a:spLocks/>
            </p:cNvSpPr>
            <p:nvPr/>
          </p:nvSpPr>
          <p:spPr>
            <a:xfrm>
              <a:off x="3672989" y="3856794"/>
              <a:ext cx="385042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0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019845B-2A69-6FAF-388E-454790D92173}"/>
                </a:ext>
              </a:extLst>
            </p:cNvPr>
            <p:cNvCxnSpPr>
              <a:cxnSpLocks/>
            </p:cNvCxnSpPr>
            <p:nvPr/>
          </p:nvCxnSpPr>
          <p:spPr>
            <a:xfrm>
              <a:off x="4058031" y="5575729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AB4F2A-5A9C-6A4A-9497-B8E83693D93D}"/>
                </a:ext>
              </a:extLst>
            </p:cNvPr>
            <p:cNvSpPr txBox="1">
              <a:spLocks/>
            </p:cNvSpPr>
            <p:nvPr/>
          </p:nvSpPr>
          <p:spPr>
            <a:xfrm>
              <a:off x="3672989" y="5314119"/>
              <a:ext cx="385042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0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B5ECE02-1431-4673-F2DB-37B95F93ECE9}"/>
                </a:ext>
              </a:extLst>
            </p:cNvPr>
            <p:cNvCxnSpPr>
              <a:cxnSpLocks/>
            </p:cNvCxnSpPr>
            <p:nvPr/>
          </p:nvCxnSpPr>
          <p:spPr>
            <a:xfrm>
              <a:off x="2745136" y="5210175"/>
              <a:ext cx="206270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5D97C4A-96DA-D702-F785-EDDAEF3A8BAE}"/>
                </a:ext>
              </a:extLst>
            </p:cNvPr>
            <p:cNvSpPr txBox="1">
              <a:spLocks/>
            </p:cNvSpPr>
            <p:nvPr/>
          </p:nvSpPr>
          <p:spPr>
            <a:xfrm>
              <a:off x="2218092" y="4948565"/>
              <a:ext cx="527044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r>
                <a:rPr lang="en-US" dirty="0"/>
                <a:t>in</a:t>
              </a:r>
              <a:endParaRPr lang="fa-IR" dirty="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A311D9D-7978-955F-5139-F3834C604967}"/>
                </a:ext>
              </a:extLst>
            </p:cNvPr>
            <p:cNvCxnSpPr>
              <a:cxnSpLocks/>
            </p:cNvCxnSpPr>
            <p:nvPr/>
          </p:nvCxnSpPr>
          <p:spPr>
            <a:xfrm>
              <a:off x="8553450" y="2999232"/>
              <a:ext cx="9906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E468FD9-8DFE-A074-A004-30750020C64D}"/>
                </a:ext>
              </a:extLst>
            </p:cNvPr>
            <p:cNvSpPr txBox="1">
              <a:spLocks/>
            </p:cNvSpPr>
            <p:nvPr/>
          </p:nvSpPr>
          <p:spPr>
            <a:xfrm>
              <a:off x="9544050" y="2737622"/>
              <a:ext cx="934871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2800" b="1" dirty="0">
                  <a:latin typeface="Bahnschrift SemiBold" panose="020B0502040204020203" pitchFamily="34" charset="0"/>
                </a:rPr>
                <a:t>out</a:t>
              </a:r>
              <a:endParaRPr lang="fa-IR" sz="2800" b="1" dirty="0">
                <a:latin typeface="Bahnschrift SemiBold" panose="020B0502040204020203" pitchFamily="34" charset="0"/>
              </a:endParaRPr>
            </a:p>
          </p:txBody>
        </p: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1B8ACE52-645E-A303-1510-58B75735B8E9}"/>
                </a:ext>
              </a:extLst>
            </p:cNvPr>
            <p:cNvCxnSpPr>
              <a:cxnSpLocks/>
            </p:cNvCxnSpPr>
            <p:nvPr/>
          </p:nvCxnSpPr>
          <p:spPr>
            <a:xfrm>
              <a:off x="4058031" y="2999232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8053815-C105-D595-B168-974F6730A63D}"/>
                </a:ext>
              </a:extLst>
            </p:cNvPr>
            <p:cNvSpPr txBox="1">
              <a:spLocks/>
            </p:cNvSpPr>
            <p:nvPr/>
          </p:nvSpPr>
          <p:spPr>
            <a:xfrm>
              <a:off x="3672989" y="2737622"/>
              <a:ext cx="385042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0</a:t>
              </a: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F70E8966-03A4-473B-C59D-52FE189CD4AD}"/>
                </a:ext>
              </a:extLst>
            </p:cNvPr>
            <p:cNvCxnSpPr>
              <a:cxnSpLocks/>
            </p:cNvCxnSpPr>
            <p:nvPr/>
          </p:nvCxnSpPr>
          <p:spPr>
            <a:xfrm>
              <a:off x="4058031" y="4504179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145BF46-C5A2-FB4A-3F2D-782788902EFF}"/>
                </a:ext>
              </a:extLst>
            </p:cNvPr>
            <p:cNvSpPr txBox="1">
              <a:spLocks/>
            </p:cNvSpPr>
            <p:nvPr/>
          </p:nvSpPr>
          <p:spPr>
            <a:xfrm>
              <a:off x="3672989" y="4242569"/>
              <a:ext cx="385042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060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57F0D-D302-44AA-CDA9-877948AE3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0B4EA50B-FD2C-5951-6BBA-A7D2A93F1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589" y="978390"/>
            <a:ext cx="4101021" cy="490122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5E0C637-C7FD-B95F-038D-17CFA7F70644}"/>
              </a:ext>
            </a:extLst>
          </p:cNvPr>
          <p:cNvCxnSpPr>
            <a:cxnSpLocks/>
          </p:cNvCxnSpPr>
          <p:nvPr/>
        </p:nvCxnSpPr>
        <p:spPr>
          <a:xfrm>
            <a:off x="4071956" y="1591057"/>
            <a:ext cx="7498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A499242-DC30-D0F0-7582-F10A94EDA48D}"/>
              </a:ext>
            </a:extLst>
          </p:cNvPr>
          <p:cNvSpPr txBox="1"/>
          <p:nvPr/>
        </p:nvSpPr>
        <p:spPr>
          <a:xfrm>
            <a:off x="3686914" y="1329447"/>
            <a:ext cx="385042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800" b="1" dirty="0">
                <a:latin typeface="Bahnschrift SemiBold" panose="020B0502040204020203" pitchFamily="34" charset="0"/>
              </a:rPr>
              <a:t>0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66A438-8C22-1375-97E0-6A85B6F41050}"/>
              </a:ext>
            </a:extLst>
          </p:cNvPr>
          <p:cNvCxnSpPr>
            <a:cxnSpLocks/>
          </p:cNvCxnSpPr>
          <p:nvPr/>
        </p:nvCxnSpPr>
        <p:spPr>
          <a:xfrm>
            <a:off x="4071956" y="2203725"/>
            <a:ext cx="7498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D3A21BF-FDFE-D41A-08D7-1EF5C65D35FA}"/>
              </a:ext>
            </a:extLst>
          </p:cNvPr>
          <p:cNvSpPr txBox="1"/>
          <p:nvPr/>
        </p:nvSpPr>
        <p:spPr>
          <a:xfrm>
            <a:off x="3686914" y="1942115"/>
            <a:ext cx="385042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800" b="1" dirty="0">
                <a:latin typeface="Bahnschrift SemiBold" panose="020B0502040204020203" pitchFamily="34" charset="0"/>
              </a:rPr>
              <a:t>1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0771063-89FE-EED5-7EE9-96AD22A68113}"/>
              </a:ext>
            </a:extLst>
          </p:cNvPr>
          <p:cNvCxnSpPr>
            <a:cxnSpLocks/>
          </p:cNvCxnSpPr>
          <p:nvPr/>
        </p:nvCxnSpPr>
        <p:spPr>
          <a:xfrm>
            <a:off x="2759061" y="2313433"/>
            <a:ext cx="2062703" cy="1969527"/>
          </a:xfrm>
          <a:prstGeom prst="bentConnector3">
            <a:avLst>
              <a:gd name="adj1" fmla="val 34762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F064F83-082F-5F19-DC0E-45DB8E807948}"/>
              </a:ext>
            </a:extLst>
          </p:cNvPr>
          <p:cNvSpPr txBox="1"/>
          <p:nvPr/>
        </p:nvSpPr>
        <p:spPr>
          <a:xfrm>
            <a:off x="1941208" y="2051823"/>
            <a:ext cx="750526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fa-IR"/>
            </a:defPPr>
            <a:lvl1pPr>
              <a:defRPr sz="2800" b="1">
                <a:latin typeface="Bahnschrift SemiBold" panose="020B0502040204020203" pitchFamily="34" charset="0"/>
              </a:defRPr>
            </a:lvl1pPr>
          </a:lstStyle>
          <a:p>
            <a:r>
              <a:rPr lang="en-US" dirty="0"/>
              <a:t>in_1</a:t>
            </a:r>
            <a:endParaRPr lang="fa-IR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D735346-815E-851A-C3E1-83E42F5B8F7A}"/>
              </a:ext>
            </a:extLst>
          </p:cNvPr>
          <p:cNvCxnSpPr>
            <a:cxnSpLocks/>
          </p:cNvCxnSpPr>
          <p:nvPr/>
        </p:nvCxnSpPr>
        <p:spPr>
          <a:xfrm>
            <a:off x="4071956" y="3330219"/>
            <a:ext cx="7498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B87D1DE-66D1-8C8F-1E7D-5DB664804F3D}"/>
              </a:ext>
            </a:extLst>
          </p:cNvPr>
          <p:cNvSpPr txBox="1"/>
          <p:nvPr/>
        </p:nvSpPr>
        <p:spPr>
          <a:xfrm>
            <a:off x="3686914" y="3068609"/>
            <a:ext cx="385042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800" b="1" dirty="0">
                <a:latin typeface="Bahnschrift SemiBold" panose="020B0502040204020203" pitchFamily="34" charset="0"/>
              </a:rPr>
              <a:t>1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D698B1-99B6-06D2-1219-DD8F5C1829A8}"/>
              </a:ext>
            </a:extLst>
          </p:cNvPr>
          <p:cNvCxnSpPr>
            <a:cxnSpLocks/>
          </p:cNvCxnSpPr>
          <p:nvPr/>
        </p:nvCxnSpPr>
        <p:spPr>
          <a:xfrm>
            <a:off x="4071956" y="3889805"/>
            <a:ext cx="7498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E737BF7-1B8A-F21A-BC27-F95A8E6BC2FC}"/>
              </a:ext>
            </a:extLst>
          </p:cNvPr>
          <p:cNvSpPr txBox="1"/>
          <p:nvPr/>
        </p:nvSpPr>
        <p:spPr>
          <a:xfrm>
            <a:off x="3686914" y="3628195"/>
            <a:ext cx="385042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800" b="1" dirty="0">
                <a:latin typeface="Bahnschrift SemiBold" panose="020B0502040204020203" pitchFamily="34" charset="0"/>
              </a:rPr>
              <a:t>0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C7D9DD2-411E-A175-0B3C-C01114DFC256}"/>
              </a:ext>
            </a:extLst>
          </p:cNvPr>
          <p:cNvCxnSpPr>
            <a:cxnSpLocks/>
          </p:cNvCxnSpPr>
          <p:nvPr/>
        </p:nvCxnSpPr>
        <p:spPr>
          <a:xfrm>
            <a:off x="4071956" y="5347130"/>
            <a:ext cx="7498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8E95C1A-B9E7-56E7-7AB2-031694F1AA0E}"/>
              </a:ext>
            </a:extLst>
          </p:cNvPr>
          <p:cNvSpPr txBox="1"/>
          <p:nvPr/>
        </p:nvSpPr>
        <p:spPr>
          <a:xfrm>
            <a:off x="3686914" y="5085520"/>
            <a:ext cx="385042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800" b="1" dirty="0">
                <a:latin typeface="Bahnschrift SemiBold" panose="020B0502040204020203" pitchFamily="34" charset="0"/>
              </a:rPr>
              <a:t>0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333C477-5C7B-5AF9-2B57-E4EF37152825}"/>
              </a:ext>
            </a:extLst>
          </p:cNvPr>
          <p:cNvCxnSpPr>
            <a:cxnSpLocks/>
          </p:cNvCxnSpPr>
          <p:nvPr/>
        </p:nvCxnSpPr>
        <p:spPr>
          <a:xfrm>
            <a:off x="2759061" y="4981576"/>
            <a:ext cx="206270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34154CE-FB6F-262C-B0FA-9B97CDC72FD1}"/>
              </a:ext>
            </a:extLst>
          </p:cNvPr>
          <p:cNvSpPr txBox="1"/>
          <p:nvPr/>
        </p:nvSpPr>
        <p:spPr>
          <a:xfrm>
            <a:off x="2008535" y="4719966"/>
            <a:ext cx="817853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fa-IR"/>
            </a:defPPr>
            <a:lvl1pPr>
              <a:defRPr sz="2800" b="1">
                <a:latin typeface="Bahnschrift SemiBold" panose="020B0502040204020203" pitchFamily="34" charset="0"/>
              </a:defRPr>
            </a:lvl1pPr>
          </a:lstStyle>
          <a:p>
            <a:r>
              <a:rPr lang="en-US" dirty="0"/>
              <a:t>in_2</a:t>
            </a:r>
            <a:endParaRPr lang="fa-IR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4F86AD7-7C9C-19E1-71D9-B543667DA43B}"/>
              </a:ext>
            </a:extLst>
          </p:cNvPr>
          <p:cNvCxnSpPr/>
          <p:nvPr/>
        </p:nvCxnSpPr>
        <p:spPr>
          <a:xfrm>
            <a:off x="8567375" y="2770633"/>
            <a:ext cx="9906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D6A8050-C44C-39A4-3450-DDB89477B542}"/>
              </a:ext>
            </a:extLst>
          </p:cNvPr>
          <p:cNvSpPr txBox="1"/>
          <p:nvPr/>
        </p:nvSpPr>
        <p:spPr>
          <a:xfrm>
            <a:off x="9557975" y="2509023"/>
            <a:ext cx="692818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800" b="1" dirty="0">
                <a:latin typeface="Bahnschrift SemiBold" panose="020B0502040204020203" pitchFamily="34" charset="0"/>
              </a:rPr>
              <a:t>out</a:t>
            </a:r>
            <a:endParaRPr lang="fa-IR" sz="2800" b="1" dirty="0">
              <a:latin typeface="Bahnschrift SemiBold" panose="020B050204020402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D71A81-4942-C77F-496C-5F1370FF8DCE}"/>
              </a:ext>
            </a:extLst>
          </p:cNvPr>
          <p:cNvSpPr txBox="1"/>
          <p:nvPr/>
        </p:nvSpPr>
        <p:spPr>
          <a:xfrm>
            <a:off x="434728" y="330798"/>
            <a:ext cx="2390398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600" b="1" dirty="0">
                <a:latin typeface="Bahnschrift SemiBold" panose="020B0502040204020203" pitchFamily="34" charset="0"/>
              </a:rPr>
              <a:t>CA3_and_2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E9336B7-C1E5-9266-D876-EECAD4DB9825}"/>
              </a:ext>
            </a:extLst>
          </p:cNvPr>
          <p:cNvCxnSpPr>
            <a:cxnSpLocks/>
          </p:cNvCxnSpPr>
          <p:nvPr/>
        </p:nvCxnSpPr>
        <p:spPr>
          <a:xfrm>
            <a:off x="4071956" y="2770633"/>
            <a:ext cx="7498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33385BA-2872-95DF-D898-E6419723A937}"/>
              </a:ext>
            </a:extLst>
          </p:cNvPr>
          <p:cNvSpPr txBox="1"/>
          <p:nvPr/>
        </p:nvSpPr>
        <p:spPr>
          <a:xfrm>
            <a:off x="3686914" y="2509023"/>
            <a:ext cx="385042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800" b="1" dirty="0">
                <a:latin typeface="Bahnschrift SemiBold" panose="020B0502040204020203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732759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0992A-4E0E-1BBC-EB21-B29E370A1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A diagram of a circuit&#10;&#10;AI-generated content may be incorrect.">
            <a:extLst>
              <a:ext uri="{FF2B5EF4-FFF2-40B4-BE49-F238E27FC236}">
                <a16:creationId xmlns:a16="http://schemas.microsoft.com/office/drawing/2014/main" id="{DD1276D4-0ACD-822E-1406-E2A651A86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589" y="978390"/>
            <a:ext cx="4101021" cy="490122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7B334BD-125C-6A8D-B987-EE23CA60E054}"/>
              </a:ext>
            </a:extLst>
          </p:cNvPr>
          <p:cNvSpPr txBox="1"/>
          <p:nvPr/>
        </p:nvSpPr>
        <p:spPr>
          <a:xfrm>
            <a:off x="434728" y="330798"/>
            <a:ext cx="2395207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600" b="1" dirty="0">
                <a:latin typeface="Bahnschrift SemiBold" panose="020B0502040204020203" pitchFamily="34" charset="0"/>
              </a:rPr>
              <a:t>CA3_and_3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B0E9A0A-51A0-1A3D-B81F-60CC41493239}"/>
              </a:ext>
            </a:extLst>
          </p:cNvPr>
          <p:cNvCxnSpPr>
            <a:cxnSpLocks/>
          </p:cNvCxnSpPr>
          <p:nvPr/>
        </p:nvCxnSpPr>
        <p:spPr>
          <a:xfrm>
            <a:off x="4071956" y="1591057"/>
            <a:ext cx="7498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E0E2D2-5E49-2D8F-1FE7-2EBDCF549CE5}"/>
              </a:ext>
            </a:extLst>
          </p:cNvPr>
          <p:cNvSpPr txBox="1"/>
          <p:nvPr/>
        </p:nvSpPr>
        <p:spPr>
          <a:xfrm>
            <a:off x="3686914" y="1329447"/>
            <a:ext cx="385042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800" b="1" dirty="0">
                <a:latin typeface="Bahnschrift SemiBold" panose="020B0502040204020203" pitchFamily="34" charset="0"/>
              </a:rPr>
              <a:t>0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7AEB58A-21BC-9C09-229A-EE0768F34FDA}"/>
              </a:ext>
            </a:extLst>
          </p:cNvPr>
          <p:cNvCxnSpPr>
            <a:cxnSpLocks/>
          </p:cNvCxnSpPr>
          <p:nvPr/>
        </p:nvCxnSpPr>
        <p:spPr>
          <a:xfrm>
            <a:off x="4071956" y="2203725"/>
            <a:ext cx="7498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48D817F-0170-D5B8-E3DB-EBCE78F522C5}"/>
              </a:ext>
            </a:extLst>
          </p:cNvPr>
          <p:cNvSpPr txBox="1"/>
          <p:nvPr/>
        </p:nvSpPr>
        <p:spPr>
          <a:xfrm>
            <a:off x="3686914" y="1942115"/>
            <a:ext cx="385042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800" b="1" dirty="0">
                <a:latin typeface="Bahnschrift SemiBold" panose="020B0502040204020203" pitchFamily="34" charset="0"/>
              </a:rPr>
              <a:t>0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CEC2228-5005-30EA-C9E3-72C084196BF3}"/>
              </a:ext>
            </a:extLst>
          </p:cNvPr>
          <p:cNvCxnSpPr>
            <a:cxnSpLocks/>
          </p:cNvCxnSpPr>
          <p:nvPr/>
        </p:nvCxnSpPr>
        <p:spPr>
          <a:xfrm>
            <a:off x="2759061" y="2313433"/>
            <a:ext cx="2062703" cy="1552575"/>
          </a:xfrm>
          <a:prstGeom prst="bentConnector3">
            <a:avLst>
              <a:gd name="adj1" fmla="val 33155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4E631F2-634F-5C32-C2E0-F6CB64C80E5A}"/>
              </a:ext>
            </a:extLst>
          </p:cNvPr>
          <p:cNvSpPr txBox="1"/>
          <p:nvPr/>
        </p:nvSpPr>
        <p:spPr>
          <a:xfrm>
            <a:off x="1976903" y="2051823"/>
            <a:ext cx="750526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fa-IR"/>
            </a:defPPr>
            <a:lvl1pPr>
              <a:defRPr sz="2800" b="1">
                <a:latin typeface="Bahnschrift SemiBold" panose="020B0502040204020203" pitchFamily="34" charset="0"/>
              </a:defRPr>
            </a:lvl1pPr>
          </a:lstStyle>
          <a:p>
            <a:r>
              <a:rPr lang="en-US" dirty="0"/>
              <a:t>in_1</a:t>
            </a:r>
            <a:endParaRPr lang="fa-IR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27B333-A8FC-00B7-2E92-27430258A873}"/>
              </a:ext>
            </a:extLst>
          </p:cNvPr>
          <p:cNvCxnSpPr>
            <a:cxnSpLocks/>
          </p:cNvCxnSpPr>
          <p:nvPr/>
        </p:nvCxnSpPr>
        <p:spPr>
          <a:xfrm>
            <a:off x="4071956" y="3330219"/>
            <a:ext cx="7498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878ADB5-F62D-3F7A-BDD1-5DD13429A477}"/>
              </a:ext>
            </a:extLst>
          </p:cNvPr>
          <p:cNvSpPr txBox="1"/>
          <p:nvPr/>
        </p:nvSpPr>
        <p:spPr>
          <a:xfrm>
            <a:off x="3686914" y="3068609"/>
            <a:ext cx="385042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800" b="1" dirty="0">
                <a:latin typeface="Bahnschrift SemiBold" panose="020B0502040204020203" pitchFamily="34" charset="0"/>
              </a:rPr>
              <a:t>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7B7E9D-3118-7032-6574-7AAD8D0CB4E9}"/>
              </a:ext>
            </a:extLst>
          </p:cNvPr>
          <p:cNvCxnSpPr>
            <a:cxnSpLocks/>
          </p:cNvCxnSpPr>
          <p:nvPr/>
        </p:nvCxnSpPr>
        <p:spPr>
          <a:xfrm>
            <a:off x="4071956" y="4981576"/>
            <a:ext cx="7498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B3A569A-40FF-4D05-E8CF-B5BA4FAB4BAC}"/>
              </a:ext>
            </a:extLst>
          </p:cNvPr>
          <p:cNvSpPr txBox="1"/>
          <p:nvPr/>
        </p:nvSpPr>
        <p:spPr>
          <a:xfrm>
            <a:off x="3686914" y="4719966"/>
            <a:ext cx="385042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800" b="1" dirty="0">
                <a:latin typeface="Bahnschrift SemiBold" panose="020B0502040204020203" pitchFamily="34" charset="0"/>
              </a:rPr>
              <a:t>0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2211C2D-25F0-454B-D961-288E84C5A61C}"/>
              </a:ext>
            </a:extLst>
          </p:cNvPr>
          <p:cNvCxnSpPr>
            <a:cxnSpLocks/>
          </p:cNvCxnSpPr>
          <p:nvPr/>
        </p:nvCxnSpPr>
        <p:spPr>
          <a:xfrm>
            <a:off x="2759061" y="5346606"/>
            <a:ext cx="206270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A02EB2D-9FB3-E0C2-1C5D-98D4A3C75A5C}"/>
              </a:ext>
            </a:extLst>
          </p:cNvPr>
          <p:cNvSpPr txBox="1"/>
          <p:nvPr/>
        </p:nvSpPr>
        <p:spPr>
          <a:xfrm>
            <a:off x="1943239" y="5084996"/>
            <a:ext cx="817853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fa-IR"/>
            </a:defPPr>
            <a:lvl1pPr>
              <a:defRPr sz="2800" b="1">
                <a:latin typeface="Bahnschrift SemiBold" panose="020B0502040204020203" pitchFamily="34" charset="0"/>
              </a:defRPr>
            </a:lvl1pPr>
          </a:lstStyle>
          <a:p>
            <a:r>
              <a:rPr lang="en-US" dirty="0"/>
              <a:t>in_3</a:t>
            </a:r>
            <a:endParaRPr lang="fa-IR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2115CF-CD0B-B892-502E-075FDC5D3B32}"/>
              </a:ext>
            </a:extLst>
          </p:cNvPr>
          <p:cNvCxnSpPr/>
          <p:nvPr/>
        </p:nvCxnSpPr>
        <p:spPr>
          <a:xfrm>
            <a:off x="8567375" y="2770633"/>
            <a:ext cx="9906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FAC0F1C-8B23-52ED-83BB-0D52F41A9C22}"/>
              </a:ext>
            </a:extLst>
          </p:cNvPr>
          <p:cNvSpPr txBox="1"/>
          <p:nvPr/>
        </p:nvSpPr>
        <p:spPr>
          <a:xfrm>
            <a:off x="9557975" y="2509023"/>
            <a:ext cx="692818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800" b="1" dirty="0">
                <a:latin typeface="Bahnschrift SemiBold" panose="020B0502040204020203" pitchFamily="34" charset="0"/>
              </a:rPr>
              <a:t>out</a:t>
            </a:r>
            <a:endParaRPr lang="fa-IR" sz="2800" b="1" dirty="0">
              <a:latin typeface="Bahnschrift SemiBold" panose="020B0502040204020203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C42261E-86D3-A53E-5ABE-1C6C7547DC4A}"/>
              </a:ext>
            </a:extLst>
          </p:cNvPr>
          <p:cNvCxnSpPr>
            <a:cxnSpLocks/>
          </p:cNvCxnSpPr>
          <p:nvPr/>
        </p:nvCxnSpPr>
        <p:spPr>
          <a:xfrm>
            <a:off x="4071956" y="2770633"/>
            <a:ext cx="7498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6EB15DE-46A4-8A97-1ED0-E48A1A7A32B6}"/>
              </a:ext>
            </a:extLst>
          </p:cNvPr>
          <p:cNvSpPr txBox="1"/>
          <p:nvPr/>
        </p:nvSpPr>
        <p:spPr>
          <a:xfrm>
            <a:off x="3686914" y="2509023"/>
            <a:ext cx="385042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800" b="1" dirty="0">
                <a:latin typeface="Bahnschrift SemiBold" panose="020B0502040204020203" pitchFamily="34" charset="0"/>
              </a:rPr>
              <a:t>0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F80FC74-AEF5-09C7-CF2B-C72056835F23}"/>
              </a:ext>
            </a:extLst>
          </p:cNvPr>
          <p:cNvCxnSpPr>
            <a:cxnSpLocks/>
          </p:cNvCxnSpPr>
          <p:nvPr/>
        </p:nvCxnSpPr>
        <p:spPr>
          <a:xfrm>
            <a:off x="2725250" y="4282958"/>
            <a:ext cx="206270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AB3CD44-6049-5F1C-9440-75E06F4D54A8}"/>
              </a:ext>
            </a:extLst>
          </p:cNvPr>
          <p:cNvSpPr txBox="1"/>
          <p:nvPr/>
        </p:nvSpPr>
        <p:spPr>
          <a:xfrm>
            <a:off x="1909428" y="4021348"/>
            <a:ext cx="817853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fa-IR"/>
            </a:defPPr>
            <a:lvl1pPr>
              <a:defRPr sz="2800" b="1">
                <a:latin typeface="Bahnschrift SemiBold" panose="020B0502040204020203" pitchFamily="34" charset="0"/>
              </a:defRPr>
            </a:lvl1pPr>
          </a:lstStyle>
          <a:p>
            <a:r>
              <a:rPr lang="en-US" dirty="0"/>
              <a:t>in_2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049447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7A5BA-8046-D074-CA1A-2D263BC5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2648BA12-4786-7DF0-DC33-9655604CF650}"/>
              </a:ext>
            </a:extLst>
          </p:cNvPr>
          <p:cNvSpPr txBox="1"/>
          <p:nvPr/>
        </p:nvSpPr>
        <p:spPr>
          <a:xfrm>
            <a:off x="434728" y="330798"/>
            <a:ext cx="1887055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600" b="1" dirty="0">
                <a:latin typeface="Bahnschrift SemiBold" panose="020B0502040204020203" pitchFamily="34" charset="0"/>
              </a:rPr>
              <a:t>CA3_reg</a:t>
            </a:r>
          </a:p>
        </p:txBody>
      </p:sp>
      <p:pic>
        <p:nvPicPr>
          <p:cNvPr id="67" name="Picture 66" descr="A diagram of a circuit&#10;&#10;AI-generated content may be incorrect.">
            <a:extLst>
              <a:ext uri="{FF2B5EF4-FFF2-40B4-BE49-F238E27FC236}">
                <a16:creationId xmlns:a16="http://schemas.microsoft.com/office/drawing/2014/main" id="{DB9980B7-7D48-CA0A-A250-416461C68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68" y="1857010"/>
            <a:ext cx="5235257" cy="4110726"/>
          </a:xfrm>
          <a:prstGeom prst="rect">
            <a:avLst/>
          </a:prstGeom>
        </p:spPr>
      </p:pic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9F6224C-61D2-9951-B0A3-080205AE472B}"/>
              </a:ext>
            </a:extLst>
          </p:cNvPr>
          <p:cNvCxnSpPr>
            <a:cxnSpLocks/>
          </p:cNvCxnSpPr>
          <p:nvPr/>
        </p:nvCxnSpPr>
        <p:spPr>
          <a:xfrm>
            <a:off x="2752449" y="2283548"/>
            <a:ext cx="206270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304EE05-9675-3DD3-43A7-A1D7A2B3ACD4}"/>
              </a:ext>
            </a:extLst>
          </p:cNvPr>
          <p:cNvCxnSpPr>
            <a:cxnSpLocks/>
            <a:stCxn id="71" idx="3"/>
          </p:cNvCxnSpPr>
          <p:nvPr/>
        </p:nvCxnSpPr>
        <p:spPr>
          <a:xfrm flipV="1">
            <a:off x="1459874" y="2464523"/>
            <a:ext cx="3355278" cy="30127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BF4C90A-F299-8A6B-1E8A-87B1D590E517}"/>
              </a:ext>
            </a:extLst>
          </p:cNvPr>
          <p:cNvSpPr txBox="1"/>
          <p:nvPr/>
        </p:nvSpPr>
        <p:spPr>
          <a:xfrm>
            <a:off x="974166" y="2504190"/>
            <a:ext cx="48570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fa-IR"/>
            </a:defPPr>
            <a:lvl1pPr>
              <a:defRPr sz="2800" b="1">
                <a:latin typeface="Bahnschrift SemiBold" panose="020B0502040204020203" pitchFamily="34" charset="0"/>
              </a:defRPr>
            </a:lvl1pPr>
          </a:lstStyle>
          <a:p>
            <a:r>
              <a:rPr lang="en-US" dirty="0"/>
              <a:t>in</a:t>
            </a:r>
            <a:endParaRPr lang="fa-IR" dirty="0"/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52AF097F-FADF-C138-F21A-0F9C6F8005E4}"/>
              </a:ext>
            </a:extLst>
          </p:cNvPr>
          <p:cNvCxnSpPr>
            <a:cxnSpLocks/>
          </p:cNvCxnSpPr>
          <p:nvPr/>
        </p:nvCxnSpPr>
        <p:spPr>
          <a:xfrm flipV="1">
            <a:off x="2752449" y="3693248"/>
            <a:ext cx="2167380" cy="386872"/>
          </a:xfrm>
          <a:prstGeom prst="bentConnector3">
            <a:avLst>
              <a:gd name="adj1" fmla="val 4325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E7037FC-CA8A-DE45-F2F0-4B97551328C8}"/>
              </a:ext>
            </a:extLst>
          </p:cNvPr>
          <p:cNvSpPr txBox="1"/>
          <p:nvPr/>
        </p:nvSpPr>
        <p:spPr>
          <a:xfrm>
            <a:off x="2071673" y="3787258"/>
            <a:ext cx="748443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fa-IR"/>
            </a:defPPr>
            <a:lvl1pPr>
              <a:defRPr sz="2800" b="1">
                <a:latin typeface="Bahnschrift SemiBold" panose="020B0502040204020203" pitchFamily="34" charset="0"/>
              </a:defRPr>
            </a:lvl1pPr>
          </a:lstStyle>
          <a:p>
            <a:r>
              <a:rPr lang="en-US" dirty="0" err="1"/>
              <a:t>init</a:t>
            </a:r>
            <a:endParaRPr lang="fa-IR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2525701-D928-3F6B-2517-EE5C5743A998}"/>
              </a:ext>
            </a:extLst>
          </p:cNvPr>
          <p:cNvSpPr txBox="1"/>
          <p:nvPr/>
        </p:nvSpPr>
        <p:spPr>
          <a:xfrm>
            <a:off x="1828342" y="5095402"/>
            <a:ext cx="920073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fa-IR"/>
            </a:defPPr>
            <a:lvl1pPr>
              <a:defRPr sz="2800" b="1">
                <a:latin typeface="Bahnschrift SemiBold" panose="020B0502040204020203" pitchFamily="34" charset="0"/>
              </a:defRPr>
            </a:lvl1pPr>
          </a:lstStyle>
          <a:p>
            <a:r>
              <a:rPr lang="en-US" dirty="0"/>
              <a:t>en_2</a:t>
            </a:r>
            <a:endParaRPr lang="fa-IR" dirty="0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F92392E-CA41-91F9-C29A-8DA4393C5B4E}"/>
              </a:ext>
            </a:extLst>
          </p:cNvPr>
          <p:cNvCxnSpPr>
            <a:cxnSpLocks/>
          </p:cNvCxnSpPr>
          <p:nvPr/>
        </p:nvCxnSpPr>
        <p:spPr>
          <a:xfrm>
            <a:off x="4165987" y="3968818"/>
            <a:ext cx="7498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DDB77413-0511-E3BE-BEB5-FBD80A129327}"/>
              </a:ext>
            </a:extLst>
          </p:cNvPr>
          <p:cNvSpPr txBox="1"/>
          <p:nvPr/>
        </p:nvSpPr>
        <p:spPr>
          <a:xfrm>
            <a:off x="3780945" y="3707208"/>
            <a:ext cx="385042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800" b="1" dirty="0">
                <a:latin typeface="Bahnschrift SemiBold" panose="020B0502040204020203" pitchFamily="34" charset="0"/>
              </a:rPr>
              <a:t>0</a:t>
            </a: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F778922A-9B4C-DE23-FE72-4465CEEF298F}"/>
              </a:ext>
            </a:extLst>
          </p:cNvPr>
          <p:cNvCxnSpPr>
            <a:cxnSpLocks/>
            <a:stCxn id="84" idx="3"/>
          </p:cNvCxnSpPr>
          <p:nvPr/>
        </p:nvCxnSpPr>
        <p:spPr>
          <a:xfrm flipV="1">
            <a:off x="4165987" y="2917898"/>
            <a:ext cx="694152" cy="199832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24445AD-2FF7-0FC4-0CA6-D91D78875DE7}"/>
              </a:ext>
            </a:extLst>
          </p:cNvPr>
          <p:cNvCxnSpPr>
            <a:cxnSpLocks/>
          </p:cNvCxnSpPr>
          <p:nvPr/>
        </p:nvCxnSpPr>
        <p:spPr>
          <a:xfrm>
            <a:off x="9299016" y="2612187"/>
            <a:ext cx="1226000" cy="95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C2B4DE07-2B6B-C3D9-B969-CA8799042599}"/>
              </a:ext>
            </a:extLst>
          </p:cNvPr>
          <p:cNvSpPr txBox="1"/>
          <p:nvPr/>
        </p:nvSpPr>
        <p:spPr>
          <a:xfrm>
            <a:off x="10525016" y="2350577"/>
            <a:ext cx="692818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800" b="1" dirty="0">
                <a:latin typeface="Bahnschrift SemiBold" panose="020B0502040204020203" pitchFamily="34" charset="0"/>
              </a:rPr>
              <a:t>out</a:t>
            </a:r>
            <a:endParaRPr lang="fa-IR" sz="2800" b="1" dirty="0">
              <a:latin typeface="Bahnschrift SemiBold" panose="020B0502040204020203" pitchFamily="34" charset="0"/>
            </a:endParaRP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4185FB62-0BDC-F5E1-F570-AFB09190F7EB}"/>
              </a:ext>
            </a:extLst>
          </p:cNvPr>
          <p:cNvCxnSpPr>
            <a:cxnSpLocks/>
            <a:stCxn id="84" idx="3"/>
          </p:cNvCxnSpPr>
          <p:nvPr/>
        </p:nvCxnSpPr>
        <p:spPr>
          <a:xfrm flipV="1">
            <a:off x="4165987" y="2645155"/>
            <a:ext cx="694152" cy="472575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D50A1306-16F1-7767-6281-FEE3176269A2}"/>
              </a:ext>
            </a:extLst>
          </p:cNvPr>
          <p:cNvSpPr txBox="1">
            <a:spLocks/>
          </p:cNvSpPr>
          <p:nvPr/>
        </p:nvSpPr>
        <p:spPr>
          <a:xfrm>
            <a:off x="3190875" y="2856120"/>
            <a:ext cx="97511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fa-IR"/>
            </a:defPPr>
            <a:lvl1pPr>
              <a:defRPr sz="2800" b="1">
                <a:latin typeface="Bahnschrift SemiBold" panose="020B0502040204020203" pitchFamily="34" charset="0"/>
              </a:defRPr>
            </a:lvl1pPr>
          </a:lstStyle>
          <a:p>
            <a:r>
              <a:rPr lang="en-US" dirty="0"/>
              <a:t>seed</a:t>
            </a:r>
            <a:endParaRPr lang="fa-IR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607DBBC-F73A-961B-3104-A46473791692}"/>
              </a:ext>
            </a:extLst>
          </p:cNvPr>
          <p:cNvSpPr txBox="1"/>
          <p:nvPr/>
        </p:nvSpPr>
        <p:spPr>
          <a:xfrm>
            <a:off x="4219813" y="5172346"/>
            <a:ext cx="58022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rst</a:t>
            </a:r>
            <a:r>
              <a:rPr lang="en-US" dirty="0"/>
              <a:t>)</a:t>
            </a:r>
            <a:endParaRPr lang="fa-IR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589B741-50F1-D71A-9F9D-36522CA425C2}"/>
              </a:ext>
            </a:extLst>
          </p:cNvPr>
          <p:cNvSpPr txBox="1"/>
          <p:nvPr/>
        </p:nvSpPr>
        <p:spPr>
          <a:xfrm>
            <a:off x="4247471" y="5441957"/>
            <a:ext cx="61266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clk</a:t>
            </a:r>
            <a:r>
              <a:rPr lang="en-US" dirty="0"/>
              <a:t>)</a:t>
            </a:r>
            <a:endParaRPr lang="fa-IR" dirty="0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3C4397F-DECB-905C-05C0-9D905A8644CA}"/>
              </a:ext>
            </a:extLst>
          </p:cNvPr>
          <p:cNvCxnSpPr/>
          <p:nvPr/>
        </p:nvCxnSpPr>
        <p:spPr>
          <a:xfrm flipV="1">
            <a:off x="2761593" y="1515999"/>
            <a:ext cx="0" cy="767549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9889BE1-2247-E9F9-2E0A-9E6028B94CEC}"/>
              </a:ext>
            </a:extLst>
          </p:cNvPr>
          <p:cNvCxnSpPr>
            <a:cxnSpLocks/>
          </p:cNvCxnSpPr>
          <p:nvPr/>
        </p:nvCxnSpPr>
        <p:spPr>
          <a:xfrm>
            <a:off x="2752449" y="1515999"/>
            <a:ext cx="725220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4EADF0B-F020-7BB1-93BD-093FD0EC1377}"/>
              </a:ext>
            </a:extLst>
          </p:cNvPr>
          <p:cNvCxnSpPr/>
          <p:nvPr/>
        </p:nvCxnSpPr>
        <p:spPr>
          <a:xfrm>
            <a:off x="10004650" y="1515999"/>
            <a:ext cx="0" cy="1096188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6490E1DA-39EE-3566-80C8-C6324217E265}"/>
              </a:ext>
            </a:extLst>
          </p:cNvPr>
          <p:cNvCxnSpPr>
            <a:cxnSpLocks/>
          </p:cNvCxnSpPr>
          <p:nvPr/>
        </p:nvCxnSpPr>
        <p:spPr>
          <a:xfrm flipV="1">
            <a:off x="2748415" y="5022142"/>
            <a:ext cx="2167380" cy="386872"/>
          </a:xfrm>
          <a:prstGeom prst="bentConnector3">
            <a:avLst>
              <a:gd name="adj1" fmla="val 4325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186266C-4E0B-5D14-09BF-3230EA4806B4}"/>
              </a:ext>
            </a:extLst>
          </p:cNvPr>
          <p:cNvCxnSpPr>
            <a:cxnSpLocks/>
          </p:cNvCxnSpPr>
          <p:nvPr/>
        </p:nvCxnSpPr>
        <p:spPr>
          <a:xfrm>
            <a:off x="2761593" y="4773382"/>
            <a:ext cx="214102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14BC5C7-A5C4-BD03-6D99-DA9BFFC3818A}"/>
              </a:ext>
            </a:extLst>
          </p:cNvPr>
          <p:cNvSpPr txBox="1"/>
          <p:nvPr/>
        </p:nvSpPr>
        <p:spPr>
          <a:xfrm>
            <a:off x="1900232" y="4461124"/>
            <a:ext cx="848183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fa-IR"/>
            </a:defPPr>
            <a:lvl1pPr>
              <a:defRPr sz="2800" b="1">
                <a:latin typeface="Bahnschrift SemiBold" panose="020B0502040204020203" pitchFamily="34" charset="0"/>
              </a:defRPr>
            </a:lvl1pPr>
          </a:lstStyle>
          <a:p>
            <a:r>
              <a:rPr lang="en-US" dirty="0"/>
              <a:t>en_1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073783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D4217-99D1-1D71-2851-0F2172565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248E6A38-B5FC-9431-2C93-B2595ACD10F2}"/>
              </a:ext>
            </a:extLst>
          </p:cNvPr>
          <p:cNvSpPr txBox="1"/>
          <p:nvPr/>
        </p:nvSpPr>
        <p:spPr>
          <a:xfrm>
            <a:off x="434728" y="330798"/>
            <a:ext cx="1755609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600" b="1" dirty="0">
                <a:latin typeface="Bahnschrift SemiBold" panose="020B0502040204020203" pitchFamily="34" charset="0"/>
              </a:rPr>
              <a:t>CA3_irg</a:t>
            </a:r>
          </a:p>
        </p:txBody>
      </p:sp>
      <p:pic>
        <p:nvPicPr>
          <p:cNvPr id="67" name="Picture 66" descr="A diagram of a circuit&#10;&#10;AI-generated content may be incorrect.">
            <a:extLst>
              <a:ext uri="{FF2B5EF4-FFF2-40B4-BE49-F238E27FC236}">
                <a16:creationId xmlns:a16="http://schemas.microsoft.com/office/drawing/2014/main" id="{5FC234E3-2CDA-C896-A261-6A0FF2B2F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704" y="2012458"/>
            <a:ext cx="5235257" cy="4110726"/>
          </a:xfrm>
          <a:prstGeom prst="rect">
            <a:avLst/>
          </a:prstGeom>
        </p:spPr>
      </p:pic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37DE8A9-0B82-40A9-BF1B-ED14ABCF9465}"/>
              </a:ext>
            </a:extLst>
          </p:cNvPr>
          <p:cNvCxnSpPr>
            <a:cxnSpLocks/>
          </p:cNvCxnSpPr>
          <p:nvPr/>
        </p:nvCxnSpPr>
        <p:spPr>
          <a:xfrm>
            <a:off x="2697585" y="3584448"/>
            <a:ext cx="2167380" cy="264248"/>
          </a:xfrm>
          <a:prstGeom prst="bentConnector3">
            <a:avLst>
              <a:gd name="adj1" fmla="val 34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9C63684-8BA5-5E11-03F2-A401B6266E09}"/>
              </a:ext>
            </a:extLst>
          </p:cNvPr>
          <p:cNvCxnSpPr>
            <a:cxnSpLocks/>
          </p:cNvCxnSpPr>
          <p:nvPr/>
        </p:nvCxnSpPr>
        <p:spPr>
          <a:xfrm>
            <a:off x="4111123" y="4124266"/>
            <a:ext cx="7498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9B5E080-FA01-12A9-0722-6E0E696A2D1C}"/>
              </a:ext>
            </a:extLst>
          </p:cNvPr>
          <p:cNvSpPr txBox="1"/>
          <p:nvPr/>
        </p:nvSpPr>
        <p:spPr>
          <a:xfrm>
            <a:off x="3726081" y="3862656"/>
            <a:ext cx="385042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800" b="1" dirty="0">
                <a:latin typeface="Bahnschrift SemiBold" panose="020B0502040204020203" pitchFamily="34" charset="0"/>
              </a:rPr>
              <a:t>0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DDA005A-5853-FB29-8A66-277B7F32BBC1}"/>
              </a:ext>
            </a:extLst>
          </p:cNvPr>
          <p:cNvCxnSpPr>
            <a:cxnSpLocks/>
          </p:cNvCxnSpPr>
          <p:nvPr/>
        </p:nvCxnSpPr>
        <p:spPr>
          <a:xfrm>
            <a:off x="9244152" y="2767635"/>
            <a:ext cx="1226000" cy="95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19E82FC4-39BD-EC44-4723-F81F074E81B6}"/>
              </a:ext>
            </a:extLst>
          </p:cNvPr>
          <p:cNvSpPr txBox="1"/>
          <p:nvPr/>
        </p:nvSpPr>
        <p:spPr>
          <a:xfrm>
            <a:off x="10470152" y="2506025"/>
            <a:ext cx="692818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800" b="1" dirty="0">
                <a:latin typeface="Bahnschrift SemiBold" panose="020B0502040204020203" pitchFamily="34" charset="0"/>
              </a:rPr>
              <a:t>out</a:t>
            </a:r>
            <a:endParaRPr lang="fa-IR" sz="2800" b="1" dirty="0">
              <a:latin typeface="Bahnschrift SemiBold" panose="020B0502040204020203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DCA2FC1-6AF2-E7DA-C274-CCC0E7C1B55B}"/>
              </a:ext>
            </a:extLst>
          </p:cNvPr>
          <p:cNvSpPr txBox="1"/>
          <p:nvPr/>
        </p:nvSpPr>
        <p:spPr>
          <a:xfrm>
            <a:off x="4164949" y="5327794"/>
            <a:ext cx="58022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rst</a:t>
            </a:r>
            <a:r>
              <a:rPr lang="en-US" dirty="0"/>
              <a:t>)</a:t>
            </a:r>
            <a:endParaRPr lang="fa-IR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104D4ED-4A1A-26EA-4191-9AD8242A4B72}"/>
              </a:ext>
            </a:extLst>
          </p:cNvPr>
          <p:cNvSpPr txBox="1"/>
          <p:nvPr/>
        </p:nvSpPr>
        <p:spPr>
          <a:xfrm>
            <a:off x="4192607" y="5597405"/>
            <a:ext cx="61266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clk</a:t>
            </a:r>
            <a:r>
              <a:rPr lang="en-US" dirty="0"/>
              <a:t>)</a:t>
            </a:r>
            <a:endParaRPr lang="fa-IR" dirty="0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187ABEAF-8CC1-FDC4-1BFD-86170586536D}"/>
              </a:ext>
            </a:extLst>
          </p:cNvPr>
          <p:cNvCxnSpPr>
            <a:cxnSpLocks/>
          </p:cNvCxnSpPr>
          <p:nvPr/>
        </p:nvCxnSpPr>
        <p:spPr>
          <a:xfrm flipV="1">
            <a:off x="3423190" y="2411200"/>
            <a:ext cx="1345232" cy="154763"/>
          </a:xfrm>
          <a:prstGeom prst="bentConnector3">
            <a:avLst>
              <a:gd name="adj1" fmla="val 3283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388AC7B8-0090-0D68-749B-7BFA7607D88B}"/>
              </a:ext>
            </a:extLst>
          </p:cNvPr>
          <p:cNvCxnSpPr>
            <a:cxnSpLocks/>
          </p:cNvCxnSpPr>
          <p:nvPr/>
        </p:nvCxnSpPr>
        <p:spPr>
          <a:xfrm>
            <a:off x="3423190" y="2565963"/>
            <a:ext cx="1345232" cy="557588"/>
          </a:xfrm>
          <a:prstGeom prst="bentConnector3">
            <a:avLst>
              <a:gd name="adj1" fmla="val 33007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FC96C5E-69EB-E027-32B7-B11E2B8B8A39}"/>
              </a:ext>
            </a:extLst>
          </p:cNvPr>
          <p:cNvCxnSpPr>
            <a:cxnSpLocks/>
          </p:cNvCxnSpPr>
          <p:nvPr/>
        </p:nvCxnSpPr>
        <p:spPr>
          <a:xfrm>
            <a:off x="3423190" y="1988683"/>
            <a:ext cx="1345232" cy="644004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970AEF6-121A-2D68-3410-57757DF85E47}"/>
              </a:ext>
            </a:extLst>
          </p:cNvPr>
          <p:cNvCxnSpPr>
            <a:cxnSpLocks/>
          </p:cNvCxnSpPr>
          <p:nvPr/>
        </p:nvCxnSpPr>
        <p:spPr>
          <a:xfrm>
            <a:off x="3423190" y="1988683"/>
            <a:ext cx="1345232" cy="895421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859D884-D3A5-3A6F-FC53-605BD840C845}"/>
              </a:ext>
            </a:extLst>
          </p:cNvPr>
          <p:cNvCxnSpPr>
            <a:cxnSpLocks/>
          </p:cNvCxnSpPr>
          <p:nvPr/>
        </p:nvCxnSpPr>
        <p:spPr>
          <a:xfrm flipV="1">
            <a:off x="2706729" y="1397127"/>
            <a:ext cx="0" cy="218732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A295133-BC4B-84F7-25A9-50EF2315F538}"/>
              </a:ext>
            </a:extLst>
          </p:cNvPr>
          <p:cNvCxnSpPr>
            <a:cxnSpLocks/>
          </p:cNvCxnSpPr>
          <p:nvPr/>
        </p:nvCxnSpPr>
        <p:spPr>
          <a:xfrm>
            <a:off x="2697585" y="1397127"/>
            <a:ext cx="7252201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4836B7E-2887-4F99-A0D6-C68ED764242B}"/>
              </a:ext>
            </a:extLst>
          </p:cNvPr>
          <p:cNvCxnSpPr>
            <a:cxnSpLocks/>
          </p:cNvCxnSpPr>
          <p:nvPr/>
        </p:nvCxnSpPr>
        <p:spPr>
          <a:xfrm>
            <a:off x="9949786" y="1397127"/>
            <a:ext cx="0" cy="1370508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910E4317-F18B-5D0E-CCED-E2C74930B450}"/>
              </a:ext>
            </a:extLst>
          </p:cNvPr>
          <p:cNvCxnSpPr>
            <a:cxnSpLocks/>
          </p:cNvCxnSpPr>
          <p:nvPr/>
        </p:nvCxnSpPr>
        <p:spPr>
          <a:xfrm>
            <a:off x="2427253" y="4454296"/>
            <a:ext cx="2437712" cy="448719"/>
          </a:xfrm>
          <a:prstGeom prst="bentConnector3">
            <a:avLst>
              <a:gd name="adj1" fmla="val 34621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AED08C7-B9EB-9C3F-25D1-27F151C7136B}"/>
              </a:ext>
            </a:extLst>
          </p:cNvPr>
          <p:cNvSpPr txBox="1"/>
          <p:nvPr/>
        </p:nvSpPr>
        <p:spPr>
          <a:xfrm>
            <a:off x="1495226" y="4192686"/>
            <a:ext cx="930063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800" b="1" dirty="0">
                <a:latin typeface="Bahnschrift SemiBold" panose="020B0502040204020203" pitchFamily="34" charset="0"/>
              </a:rPr>
              <a:t>inc_1</a:t>
            </a:r>
            <a:endParaRPr lang="fa-IR" sz="2800" b="1" dirty="0">
              <a:latin typeface="Bahnschrift SemiBold" panose="020B0502040204020203" pitchFamily="34" charset="0"/>
            </a:endParaRP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9818D606-EFE1-4942-FB06-BA103DCD050A}"/>
              </a:ext>
            </a:extLst>
          </p:cNvPr>
          <p:cNvCxnSpPr>
            <a:cxnSpLocks/>
          </p:cNvCxnSpPr>
          <p:nvPr/>
        </p:nvCxnSpPr>
        <p:spPr>
          <a:xfrm flipV="1">
            <a:off x="2425289" y="5178586"/>
            <a:ext cx="2435642" cy="18257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7134597-00B0-604D-B89A-16A4F4BEB771}"/>
              </a:ext>
            </a:extLst>
          </p:cNvPr>
          <p:cNvSpPr txBox="1"/>
          <p:nvPr/>
        </p:nvSpPr>
        <p:spPr>
          <a:xfrm>
            <a:off x="1427900" y="5099548"/>
            <a:ext cx="997389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800" b="1" dirty="0">
                <a:latin typeface="Bahnschrift SemiBold" panose="020B0502040204020203" pitchFamily="34" charset="0"/>
              </a:rPr>
              <a:t>inc_2</a:t>
            </a:r>
            <a:endParaRPr lang="fa-IR" sz="2800" b="1" dirty="0">
              <a:latin typeface="Bahnschrift SemiBold" panose="020B05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68AA87-2D97-B134-099F-7807BADFA052}"/>
              </a:ext>
            </a:extLst>
          </p:cNvPr>
          <p:cNvSpPr txBox="1"/>
          <p:nvPr/>
        </p:nvSpPr>
        <p:spPr>
          <a:xfrm>
            <a:off x="3068780" y="2299202"/>
            <a:ext cx="354409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800" b="1" dirty="0">
                <a:latin typeface="Bahnschrift SemiBold" panose="020B0502040204020203" pitchFamily="34" charset="0"/>
              </a:rPr>
              <a:t>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27F4476-4AB6-7FDC-9537-7D573660B626}"/>
              </a:ext>
            </a:extLst>
          </p:cNvPr>
          <p:cNvCxnSpPr/>
          <p:nvPr/>
        </p:nvCxnSpPr>
        <p:spPr>
          <a:xfrm flipH="1">
            <a:off x="2112264" y="1988683"/>
            <a:ext cx="131092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06464A7-246F-24BE-6834-D5D760D2CC06}"/>
              </a:ext>
            </a:extLst>
          </p:cNvPr>
          <p:cNvSpPr txBox="1"/>
          <p:nvPr/>
        </p:nvSpPr>
        <p:spPr>
          <a:xfrm>
            <a:off x="1246320" y="1727073"/>
            <a:ext cx="865943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fa-IR"/>
            </a:defPPr>
            <a:lvl1pPr>
              <a:defRPr sz="2800" b="1">
                <a:latin typeface="Bahnschrift SemiBold" panose="020B0502040204020203" pitchFamily="34" charset="0"/>
              </a:defRPr>
            </a:lvl1pPr>
          </a:lstStyle>
          <a:p>
            <a:r>
              <a:rPr lang="en-US" dirty="0"/>
              <a:t>~</a:t>
            </a:r>
            <a:r>
              <a:rPr lang="en-US" dirty="0" err="1"/>
              <a:t>init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203260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CB67E-2599-89BA-32E2-5924F21FB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474F60DE-318F-D617-61E9-34047D6860C6}"/>
              </a:ext>
            </a:extLst>
          </p:cNvPr>
          <p:cNvSpPr txBox="1"/>
          <p:nvPr/>
        </p:nvSpPr>
        <p:spPr>
          <a:xfrm>
            <a:off x="434728" y="330798"/>
            <a:ext cx="2896947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600" b="1" dirty="0" err="1">
                <a:latin typeface="Bahnschrift SemiBold" panose="020B0502040204020203" pitchFamily="34" charset="0"/>
              </a:rPr>
              <a:t>RND_counter</a:t>
            </a:r>
            <a:endParaRPr lang="en-US" sz="3600" b="1" dirty="0">
              <a:latin typeface="Bahnschrift SemiBold" panose="020B0502040204020203" pitchFamily="34" charset="0"/>
            </a:endParaRPr>
          </a:p>
        </p:txBody>
      </p:sp>
      <p:pic>
        <p:nvPicPr>
          <p:cNvPr id="40" name="Picture 39" descr="A diagram of a circuit&#10;&#10;AI-generated content may be incorrect.">
            <a:extLst>
              <a:ext uri="{FF2B5EF4-FFF2-40B4-BE49-F238E27FC236}">
                <a16:creationId xmlns:a16="http://schemas.microsoft.com/office/drawing/2014/main" id="{D2E8B8CB-307B-5ECF-7CC3-0A56E5520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3235" y="2347333"/>
            <a:ext cx="2395733" cy="2526797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BE7BD289-AB19-7400-8F0C-5087DF51AE90}"/>
              </a:ext>
            </a:extLst>
          </p:cNvPr>
          <p:cNvGrpSpPr/>
          <p:nvPr/>
        </p:nvGrpSpPr>
        <p:grpSpPr>
          <a:xfrm>
            <a:off x="6400088" y="2568728"/>
            <a:ext cx="1289135" cy="990235"/>
            <a:chOff x="5099124" y="3501561"/>
            <a:chExt cx="1289135" cy="990235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43A26FA-E14A-8133-F1FE-D3D67CCED988}"/>
                </a:ext>
              </a:extLst>
            </p:cNvPr>
            <p:cNvSpPr/>
            <p:nvPr/>
          </p:nvSpPr>
          <p:spPr>
            <a:xfrm>
              <a:off x="5467988" y="3889625"/>
              <a:ext cx="810938" cy="602171"/>
            </a:xfrm>
            <a:custGeom>
              <a:avLst/>
              <a:gdLst>
                <a:gd name="connsiteX0" fmla="*/ 0 w 1371600"/>
                <a:gd name="connsiteY0" fmla="*/ 0 h 933451"/>
                <a:gd name="connsiteX1" fmla="*/ 914399 w 1371600"/>
                <a:gd name="connsiteY1" fmla="*/ 0 h 933451"/>
                <a:gd name="connsiteX2" fmla="*/ 914399 w 1371600"/>
                <a:gd name="connsiteY2" fmla="*/ 0 h 933451"/>
                <a:gd name="connsiteX3" fmla="*/ 914400 w 1371600"/>
                <a:gd name="connsiteY3" fmla="*/ 0 h 933451"/>
                <a:gd name="connsiteX4" fmla="*/ 1371600 w 1371600"/>
                <a:gd name="connsiteY4" fmla="*/ 466725 h 933451"/>
                <a:gd name="connsiteX5" fmla="*/ 914400 w 1371600"/>
                <a:gd name="connsiteY5" fmla="*/ 933450 h 933451"/>
                <a:gd name="connsiteX6" fmla="*/ 914399 w 1371600"/>
                <a:gd name="connsiteY6" fmla="*/ 933450 h 933451"/>
                <a:gd name="connsiteX7" fmla="*/ 914399 w 1371600"/>
                <a:gd name="connsiteY7" fmla="*/ 933451 h 933451"/>
                <a:gd name="connsiteX8" fmla="*/ 0 w 1371600"/>
                <a:gd name="connsiteY8" fmla="*/ 933451 h 93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71600" h="933451">
                  <a:moveTo>
                    <a:pt x="0" y="0"/>
                  </a:moveTo>
                  <a:lnTo>
                    <a:pt x="914399" y="0"/>
                  </a:lnTo>
                  <a:lnTo>
                    <a:pt x="914399" y="0"/>
                  </a:lnTo>
                  <a:lnTo>
                    <a:pt x="914400" y="0"/>
                  </a:lnTo>
                  <a:cubicBezTo>
                    <a:pt x="1166905" y="0"/>
                    <a:pt x="1371600" y="208960"/>
                    <a:pt x="1371600" y="466725"/>
                  </a:cubicBezTo>
                  <a:cubicBezTo>
                    <a:pt x="1371600" y="724490"/>
                    <a:pt x="1166905" y="933450"/>
                    <a:pt x="914400" y="933450"/>
                  </a:cubicBezTo>
                  <a:lnTo>
                    <a:pt x="914399" y="933450"/>
                  </a:lnTo>
                  <a:lnTo>
                    <a:pt x="914399" y="933451"/>
                  </a:lnTo>
                  <a:lnTo>
                    <a:pt x="0" y="933451"/>
                  </a:lnTo>
                  <a:close/>
                </a:path>
              </a:pathLst>
            </a:custGeom>
            <a:solidFill>
              <a:srgbClr val="6A9ECF"/>
            </a:solidFill>
            <a:ln w="28575">
              <a:solidFill>
                <a:srgbClr val="2550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fa-IR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ED7A479-01F9-0CCA-F0CE-3E6B5D367D2A}"/>
                </a:ext>
              </a:extLst>
            </p:cNvPr>
            <p:cNvSpPr txBox="1"/>
            <p:nvPr/>
          </p:nvSpPr>
          <p:spPr>
            <a:xfrm>
              <a:off x="5099124" y="3501561"/>
              <a:ext cx="1289135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>
                  <a:latin typeface="Bahnschrift SemiBold" panose="020B0502040204020203" pitchFamily="34" charset="0"/>
                </a:rPr>
                <a:t>CA3_and_2</a:t>
              </a:r>
              <a:endParaRPr lang="fa-IR" dirty="0"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64275BD-B64C-A235-B284-460AB8317C87}"/>
              </a:ext>
            </a:extLst>
          </p:cNvPr>
          <p:cNvGrpSpPr/>
          <p:nvPr/>
        </p:nvGrpSpPr>
        <p:grpSpPr>
          <a:xfrm>
            <a:off x="3800004" y="1182852"/>
            <a:ext cx="1739680" cy="1435972"/>
            <a:chOff x="4122700" y="2110394"/>
            <a:chExt cx="1973299" cy="1588481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09EAC78-6652-B7EB-CF6C-D575366C164D}"/>
                </a:ext>
              </a:extLst>
            </p:cNvPr>
            <p:cNvSpPr/>
            <p:nvPr/>
          </p:nvSpPr>
          <p:spPr>
            <a:xfrm>
              <a:off x="4160258" y="2479726"/>
              <a:ext cx="1935741" cy="1219149"/>
            </a:xfrm>
            <a:prstGeom prst="rect">
              <a:avLst/>
            </a:prstGeom>
            <a:solidFill>
              <a:srgbClr val="6A9ECF"/>
            </a:solidFill>
            <a:ln w="28575">
              <a:solidFill>
                <a:srgbClr val="2550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r>
                <a:rPr lang="en-US" dirty="0">
                  <a:latin typeface="Bahnschrift SemiBold" panose="020B0502040204020203" pitchFamily="34" charset="0"/>
                </a:rPr>
                <a:t>Bit_0</a:t>
              </a:r>
              <a:endParaRPr lang="fa-IR" dirty="0">
                <a:latin typeface="Bahnschrift SemiBold" panose="020B0502040204020203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2007697-C478-4D62-F4D0-A09D204E0E69}"/>
                </a:ext>
              </a:extLst>
            </p:cNvPr>
            <p:cNvSpPr txBox="1"/>
            <p:nvPr/>
          </p:nvSpPr>
          <p:spPr>
            <a:xfrm>
              <a:off x="4609396" y="2110394"/>
              <a:ext cx="1102235" cy="40855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>
                  <a:latin typeface="Bahnschrift SemiBold" panose="020B0502040204020203" pitchFamily="34" charset="0"/>
                </a:rPr>
                <a:t>CA3_irg</a:t>
              </a:r>
              <a:endParaRPr lang="fa-IR" dirty="0">
                <a:latin typeface="Bahnschrift SemiBold" panose="020B0502040204020203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9ACA83F-CC3D-1D70-4DED-8AEABD5A9D6F}"/>
                </a:ext>
              </a:extLst>
            </p:cNvPr>
            <p:cNvSpPr txBox="1"/>
            <p:nvPr/>
          </p:nvSpPr>
          <p:spPr>
            <a:xfrm>
              <a:off x="4126174" y="2692985"/>
              <a:ext cx="594938" cy="3404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~</a:t>
              </a:r>
              <a:r>
                <a:rPr lang="en-US" sz="1400" dirty="0" err="1">
                  <a:solidFill>
                    <a:schemeClr val="bg1"/>
                  </a:solidFill>
                </a:rPr>
                <a:t>init</a:t>
              </a:r>
              <a:endParaRPr lang="fa-IR" dirty="0">
                <a:solidFill>
                  <a:schemeClr val="bg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0BF5748-9D98-268A-567C-9B87F4A03D88}"/>
                </a:ext>
              </a:extLst>
            </p:cNvPr>
            <p:cNvSpPr txBox="1"/>
            <p:nvPr/>
          </p:nvSpPr>
          <p:spPr>
            <a:xfrm>
              <a:off x="5653249" y="2941944"/>
              <a:ext cx="442750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out</a:t>
              </a:r>
              <a:endParaRPr lang="fa-IR" dirty="0">
                <a:solidFill>
                  <a:schemeClr val="bg1"/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870A609-99CA-F146-8542-85FC911269C9}"/>
                </a:ext>
              </a:extLst>
            </p:cNvPr>
            <p:cNvSpPr txBox="1"/>
            <p:nvPr/>
          </p:nvSpPr>
          <p:spPr>
            <a:xfrm>
              <a:off x="4122700" y="3007758"/>
              <a:ext cx="562209" cy="280883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inc_1</a:t>
              </a:r>
              <a:endParaRPr lang="fa-IR" sz="1050" dirty="0">
                <a:solidFill>
                  <a:schemeClr val="bg1"/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F741F56-2463-7D70-020B-D4FD1D167E15}"/>
                </a:ext>
              </a:extLst>
            </p:cNvPr>
            <p:cNvSpPr txBox="1"/>
            <p:nvPr/>
          </p:nvSpPr>
          <p:spPr>
            <a:xfrm>
              <a:off x="4122701" y="3184471"/>
              <a:ext cx="562209" cy="280883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inc_2</a:t>
              </a:r>
              <a:endParaRPr lang="fa-IR" sz="10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4B8CDF1-3DD7-41E4-A35D-A8F9BEE62E1F}"/>
              </a:ext>
            </a:extLst>
          </p:cNvPr>
          <p:cNvGrpSpPr/>
          <p:nvPr/>
        </p:nvGrpSpPr>
        <p:grpSpPr>
          <a:xfrm>
            <a:off x="3843500" y="2873710"/>
            <a:ext cx="1683132" cy="1424355"/>
            <a:chOff x="4122700" y="2110394"/>
            <a:chExt cx="1973299" cy="1588481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DF4FEBC-354C-CA08-28DA-67A64BB21DB7}"/>
                </a:ext>
              </a:extLst>
            </p:cNvPr>
            <p:cNvSpPr/>
            <p:nvPr/>
          </p:nvSpPr>
          <p:spPr>
            <a:xfrm>
              <a:off x="4160258" y="2479726"/>
              <a:ext cx="1935741" cy="1219149"/>
            </a:xfrm>
            <a:prstGeom prst="rect">
              <a:avLst/>
            </a:prstGeom>
            <a:solidFill>
              <a:srgbClr val="6A9ECF"/>
            </a:solidFill>
            <a:ln w="28575">
              <a:solidFill>
                <a:srgbClr val="2550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r>
                <a:rPr lang="en-US" dirty="0">
                  <a:latin typeface="Bahnschrift SemiBold" panose="020B0502040204020203" pitchFamily="34" charset="0"/>
                </a:rPr>
                <a:t>Bit_1</a:t>
              </a:r>
              <a:endParaRPr lang="fa-IR" dirty="0">
                <a:latin typeface="Bahnschrift SemiBold" panose="020B0502040204020203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9693094-E365-DCF3-AB8A-27013BC4B3C2}"/>
                </a:ext>
              </a:extLst>
            </p:cNvPr>
            <p:cNvSpPr txBox="1"/>
            <p:nvPr/>
          </p:nvSpPr>
          <p:spPr>
            <a:xfrm>
              <a:off x="4609396" y="2110394"/>
              <a:ext cx="1139266" cy="411889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>
                  <a:latin typeface="Bahnschrift SemiBold" panose="020B0502040204020203" pitchFamily="34" charset="0"/>
                </a:rPr>
                <a:t>CA3_irg</a:t>
              </a:r>
              <a:endParaRPr lang="fa-IR" dirty="0">
                <a:latin typeface="Bahnschrift SemiBold" panose="020B0502040204020203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DDE93B8-3B75-5897-C3DA-13C5D5AD2C07}"/>
                </a:ext>
              </a:extLst>
            </p:cNvPr>
            <p:cNvSpPr txBox="1"/>
            <p:nvPr/>
          </p:nvSpPr>
          <p:spPr>
            <a:xfrm>
              <a:off x="4126174" y="2692985"/>
              <a:ext cx="614926" cy="34324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~</a:t>
              </a:r>
              <a:r>
                <a:rPr lang="en-US" sz="1400" dirty="0" err="1">
                  <a:solidFill>
                    <a:schemeClr val="bg1"/>
                  </a:solidFill>
                </a:rPr>
                <a:t>init</a:t>
              </a:r>
              <a:endParaRPr lang="fa-IR" dirty="0">
                <a:solidFill>
                  <a:schemeClr val="bg1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9FDD3D9-99A8-86E4-EA26-4354BB980757}"/>
                </a:ext>
              </a:extLst>
            </p:cNvPr>
            <p:cNvSpPr txBox="1"/>
            <p:nvPr/>
          </p:nvSpPr>
          <p:spPr>
            <a:xfrm>
              <a:off x="5653249" y="2941944"/>
              <a:ext cx="442750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out</a:t>
              </a:r>
              <a:endParaRPr lang="fa-IR" dirty="0">
                <a:solidFill>
                  <a:schemeClr val="bg1"/>
                </a:solidFill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7FA1153-4E18-378C-0735-DA342ACF9DDD}"/>
                </a:ext>
              </a:extLst>
            </p:cNvPr>
            <p:cNvSpPr txBox="1"/>
            <p:nvPr/>
          </p:nvSpPr>
          <p:spPr>
            <a:xfrm>
              <a:off x="4122700" y="3007758"/>
              <a:ext cx="581097" cy="28317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inc_1</a:t>
              </a:r>
              <a:endParaRPr lang="fa-IR" sz="1050" dirty="0">
                <a:solidFill>
                  <a:schemeClr val="bg1"/>
                </a:solidFill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5FF0639-E7BE-EDBA-88B9-1B4381BE14E9}"/>
                </a:ext>
              </a:extLst>
            </p:cNvPr>
            <p:cNvSpPr txBox="1"/>
            <p:nvPr/>
          </p:nvSpPr>
          <p:spPr>
            <a:xfrm>
              <a:off x="4122701" y="3184471"/>
              <a:ext cx="581097" cy="283174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inc_2</a:t>
              </a:r>
              <a:endParaRPr lang="fa-IR" sz="10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03EDB03-0097-0965-BB92-FFFE00C8EC7C}"/>
              </a:ext>
            </a:extLst>
          </p:cNvPr>
          <p:cNvGrpSpPr/>
          <p:nvPr/>
        </p:nvGrpSpPr>
        <p:grpSpPr>
          <a:xfrm>
            <a:off x="3875535" y="4527248"/>
            <a:ext cx="1683131" cy="1454830"/>
            <a:chOff x="4122700" y="2110394"/>
            <a:chExt cx="1973299" cy="1588481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D5DD480-2E12-E270-DC6F-FA95A0B7CEE8}"/>
                </a:ext>
              </a:extLst>
            </p:cNvPr>
            <p:cNvSpPr/>
            <p:nvPr/>
          </p:nvSpPr>
          <p:spPr>
            <a:xfrm>
              <a:off x="4160258" y="2479726"/>
              <a:ext cx="1935741" cy="1219149"/>
            </a:xfrm>
            <a:prstGeom prst="rect">
              <a:avLst/>
            </a:prstGeom>
            <a:solidFill>
              <a:srgbClr val="6A9ECF"/>
            </a:solidFill>
            <a:ln w="28575">
              <a:solidFill>
                <a:srgbClr val="2550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r>
                <a:rPr lang="en-US" dirty="0">
                  <a:latin typeface="Bahnschrift SemiBold" panose="020B0502040204020203" pitchFamily="34" charset="0"/>
                </a:rPr>
                <a:t>Bit_2</a:t>
              </a:r>
              <a:endParaRPr lang="fa-IR" dirty="0">
                <a:latin typeface="Bahnschrift SemiBold" panose="020B05020402040202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C33F06F-5F48-4D7A-8BC8-418BDDD6CF42}"/>
                </a:ext>
              </a:extLst>
            </p:cNvPr>
            <p:cNvSpPr txBox="1"/>
            <p:nvPr/>
          </p:nvSpPr>
          <p:spPr>
            <a:xfrm>
              <a:off x="4609396" y="2110394"/>
              <a:ext cx="1139267" cy="403261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>
                  <a:latin typeface="Bahnschrift SemiBold" panose="020B0502040204020203" pitchFamily="34" charset="0"/>
                </a:rPr>
                <a:t>CA3_irg</a:t>
              </a:r>
              <a:endParaRPr lang="fa-IR" dirty="0">
                <a:latin typeface="Bahnschrift SemiBold" panose="020B0502040204020203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A8846E0-653C-D840-F827-1B336B2A6165}"/>
                </a:ext>
              </a:extLst>
            </p:cNvPr>
            <p:cNvSpPr txBox="1"/>
            <p:nvPr/>
          </p:nvSpPr>
          <p:spPr>
            <a:xfrm>
              <a:off x="4126174" y="2692985"/>
              <a:ext cx="614926" cy="33605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~</a:t>
              </a:r>
              <a:r>
                <a:rPr lang="en-US" sz="1400" dirty="0" err="1">
                  <a:solidFill>
                    <a:schemeClr val="bg1"/>
                  </a:solidFill>
                </a:rPr>
                <a:t>init</a:t>
              </a:r>
              <a:endParaRPr lang="fa-IR" dirty="0">
                <a:solidFill>
                  <a:schemeClr val="bg1"/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C4904C7-2844-7891-D6DC-40F690DE6E8C}"/>
                </a:ext>
              </a:extLst>
            </p:cNvPr>
            <p:cNvSpPr txBox="1"/>
            <p:nvPr/>
          </p:nvSpPr>
          <p:spPr>
            <a:xfrm>
              <a:off x="5653249" y="2941944"/>
              <a:ext cx="442750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out</a:t>
              </a:r>
              <a:endParaRPr lang="fa-IR" dirty="0">
                <a:solidFill>
                  <a:schemeClr val="bg1"/>
                </a:solidFill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7950A71-1019-2568-92EE-A20F03451C91}"/>
                </a:ext>
              </a:extLst>
            </p:cNvPr>
            <p:cNvSpPr txBox="1"/>
            <p:nvPr/>
          </p:nvSpPr>
          <p:spPr>
            <a:xfrm>
              <a:off x="4122700" y="3007758"/>
              <a:ext cx="581098" cy="277243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inc_1</a:t>
              </a:r>
              <a:endParaRPr lang="fa-IR" sz="1050" dirty="0">
                <a:solidFill>
                  <a:schemeClr val="bg1"/>
                </a:solidFill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DECABBE-3C9C-A612-95E0-812B354DFBB3}"/>
                </a:ext>
              </a:extLst>
            </p:cNvPr>
            <p:cNvSpPr txBox="1"/>
            <p:nvPr/>
          </p:nvSpPr>
          <p:spPr>
            <a:xfrm>
              <a:off x="4122701" y="3184471"/>
              <a:ext cx="581098" cy="277243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inc_2</a:t>
              </a:r>
              <a:endParaRPr lang="fa-IR" sz="105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1D847E89-EFBF-624A-9ECC-947A81450798}"/>
              </a:ext>
            </a:extLst>
          </p:cNvPr>
          <p:cNvCxnSpPr>
            <a:cxnSpLocks/>
            <a:endCxn id="70" idx="1"/>
          </p:cNvCxnSpPr>
          <p:nvPr/>
        </p:nvCxnSpPr>
        <p:spPr>
          <a:xfrm rot="5400000" flipH="1" flipV="1">
            <a:off x="2301472" y="2048400"/>
            <a:ext cx="1686596" cy="1316593"/>
          </a:xfrm>
          <a:prstGeom prst="bentConnector2">
            <a:avLst/>
          </a:prstGeom>
          <a:ln>
            <a:solidFill>
              <a:srgbClr val="2550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59FB69B8-DAA7-73EF-7567-230AD25A7939}"/>
              </a:ext>
            </a:extLst>
          </p:cNvPr>
          <p:cNvCxnSpPr>
            <a:cxnSpLocks/>
            <a:stCxn id="2" idx="4"/>
            <a:endCxn id="79" idx="1"/>
          </p:cNvCxnSpPr>
          <p:nvPr/>
        </p:nvCxnSpPr>
        <p:spPr>
          <a:xfrm rot="16200000" flipH="1">
            <a:off x="2903273" y="2606804"/>
            <a:ext cx="15059" cy="1871321"/>
          </a:xfrm>
          <a:prstGeom prst="bentConnector4">
            <a:avLst>
              <a:gd name="adj1" fmla="val 109297"/>
              <a:gd name="adj2" fmla="val 477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C2FDE11F-1F39-B824-7740-25A5C0A58E66}"/>
              </a:ext>
            </a:extLst>
          </p:cNvPr>
          <p:cNvCxnSpPr>
            <a:cxnSpLocks/>
            <a:endCxn id="86" idx="1"/>
          </p:cNvCxnSpPr>
          <p:nvPr/>
        </p:nvCxnSpPr>
        <p:spPr>
          <a:xfrm rot="16200000" flipH="1">
            <a:off x="2351663" y="3687875"/>
            <a:ext cx="1661646" cy="13920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C7C67D35-5898-6BFF-1AAD-903B52DAD834}"/>
              </a:ext>
            </a:extLst>
          </p:cNvPr>
          <p:cNvCxnSpPr>
            <a:stCxn id="71" idx="3"/>
            <a:endCxn id="82" idx="1"/>
          </p:cNvCxnSpPr>
          <p:nvPr/>
        </p:nvCxnSpPr>
        <p:spPr>
          <a:xfrm flipH="1">
            <a:off x="3843501" y="2073679"/>
            <a:ext cx="1696183" cy="1890090"/>
          </a:xfrm>
          <a:prstGeom prst="bentConnector5">
            <a:avLst>
              <a:gd name="adj1" fmla="val -13477"/>
              <a:gd name="adj2" fmla="val 40747"/>
              <a:gd name="adj3" fmla="val 11347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ED88B676-0A87-7ADA-172F-F693320169A5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5539684" y="2067775"/>
            <a:ext cx="1229268" cy="107626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40600D02-0E37-2EDD-DAE4-A62FB38DF3FB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5526632" y="3390159"/>
            <a:ext cx="1242320" cy="3613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77DB234B-3A07-DFD3-D4DC-B6C6250ADAEB}"/>
              </a:ext>
            </a:extLst>
          </p:cNvPr>
          <p:cNvCxnSpPr>
            <a:stCxn id="56" idx="4"/>
            <a:endCxn id="89" idx="1"/>
          </p:cNvCxnSpPr>
          <p:nvPr/>
        </p:nvCxnSpPr>
        <p:spPr>
          <a:xfrm flipH="1">
            <a:off x="3875536" y="3257877"/>
            <a:ext cx="3704354" cy="2380036"/>
          </a:xfrm>
          <a:prstGeom prst="bentConnector5">
            <a:avLst>
              <a:gd name="adj1" fmla="val -6171"/>
              <a:gd name="adj2" fmla="val 53658"/>
              <a:gd name="adj3" fmla="val 1061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BE74F427-E3C7-1D9E-968C-F8F3465AA425}"/>
              </a:ext>
            </a:extLst>
          </p:cNvPr>
          <p:cNvCxnSpPr>
            <a:cxnSpLocks/>
          </p:cNvCxnSpPr>
          <p:nvPr/>
        </p:nvCxnSpPr>
        <p:spPr>
          <a:xfrm>
            <a:off x="3603044" y="2268577"/>
            <a:ext cx="1969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5B9EA250-C1DC-7135-B4DE-F058D3881F6F}"/>
              </a:ext>
            </a:extLst>
          </p:cNvPr>
          <p:cNvSpPr txBox="1"/>
          <p:nvPr/>
        </p:nvSpPr>
        <p:spPr>
          <a:xfrm>
            <a:off x="3353176" y="2083911"/>
            <a:ext cx="30809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/>
              <a:t>1</a:t>
            </a:r>
            <a:endParaRPr lang="fa-IR" b="1" dirty="0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862FD662-10B1-7955-EF30-A97D97B9A2D5}"/>
              </a:ext>
            </a:extLst>
          </p:cNvPr>
          <p:cNvCxnSpPr>
            <a:cxnSpLocks/>
          </p:cNvCxnSpPr>
          <p:nvPr/>
        </p:nvCxnSpPr>
        <p:spPr>
          <a:xfrm>
            <a:off x="1082650" y="3534094"/>
            <a:ext cx="3813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6490697C-4D0E-D429-4393-9229E6B8C98D}"/>
              </a:ext>
            </a:extLst>
          </p:cNvPr>
          <p:cNvCxnSpPr>
            <a:cxnSpLocks/>
          </p:cNvCxnSpPr>
          <p:nvPr/>
        </p:nvCxnSpPr>
        <p:spPr>
          <a:xfrm>
            <a:off x="3353176" y="2096576"/>
            <a:ext cx="4384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2653BCF9-A4BF-D163-FCC0-913640AFAAA0}"/>
              </a:ext>
            </a:extLst>
          </p:cNvPr>
          <p:cNvSpPr txBox="1"/>
          <p:nvPr/>
        </p:nvSpPr>
        <p:spPr>
          <a:xfrm>
            <a:off x="2968995" y="1908902"/>
            <a:ext cx="44595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err="1"/>
              <a:t>en</a:t>
            </a:r>
            <a:endParaRPr lang="fa-IR" b="1" dirty="0"/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E27D4410-DD71-3773-6B3B-AD43DB16C961}"/>
              </a:ext>
            </a:extLst>
          </p:cNvPr>
          <p:cNvCxnSpPr>
            <a:cxnSpLocks/>
          </p:cNvCxnSpPr>
          <p:nvPr/>
        </p:nvCxnSpPr>
        <p:spPr>
          <a:xfrm>
            <a:off x="3392769" y="3798406"/>
            <a:ext cx="4384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E54529C2-55CB-94E5-2C68-03D3A8054643}"/>
              </a:ext>
            </a:extLst>
          </p:cNvPr>
          <p:cNvSpPr txBox="1"/>
          <p:nvPr/>
        </p:nvSpPr>
        <p:spPr>
          <a:xfrm>
            <a:off x="3008588" y="3610732"/>
            <a:ext cx="44595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err="1"/>
              <a:t>en</a:t>
            </a:r>
            <a:endParaRPr lang="fa-IR" b="1" dirty="0"/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D54B587B-FC16-0401-9BAA-5E9F88E7A6CE}"/>
              </a:ext>
            </a:extLst>
          </p:cNvPr>
          <p:cNvCxnSpPr>
            <a:cxnSpLocks/>
          </p:cNvCxnSpPr>
          <p:nvPr/>
        </p:nvCxnSpPr>
        <p:spPr>
          <a:xfrm>
            <a:off x="3423176" y="5476507"/>
            <a:ext cx="4384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0FEE42E6-3AF9-5258-19CE-BDFB481EF0B7}"/>
              </a:ext>
            </a:extLst>
          </p:cNvPr>
          <p:cNvSpPr txBox="1"/>
          <p:nvPr/>
        </p:nvSpPr>
        <p:spPr>
          <a:xfrm>
            <a:off x="3038995" y="5288833"/>
            <a:ext cx="44595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err="1"/>
              <a:t>en</a:t>
            </a:r>
            <a:endParaRPr lang="fa-IR" b="1" dirty="0"/>
          </a:p>
        </p:txBody>
      </p: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095F4BAC-6123-C06F-2BD5-F13212A5C77E}"/>
              </a:ext>
            </a:extLst>
          </p:cNvPr>
          <p:cNvCxnSpPr>
            <a:cxnSpLocks/>
            <a:stCxn id="84" idx="3"/>
          </p:cNvCxnSpPr>
          <p:nvPr/>
        </p:nvCxnSpPr>
        <p:spPr>
          <a:xfrm flipV="1">
            <a:off x="5558666" y="4576719"/>
            <a:ext cx="3208834" cy="847073"/>
          </a:xfrm>
          <a:prstGeom prst="bentConnector3">
            <a:avLst>
              <a:gd name="adj1" fmla="val 7992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0E96836C-639D-F2B3-0203-19522288D54E}"/>
              </a:ext>
            </a:extLst>
          </p:cNvPr>
          <p:cNvCxnSpPr>
            <a:cxnSpLocks/>
            <a:stCxn id="80" idx="3"/>
          </p:cNvCxnSpPr>
          <p:nvPr/>
        </p:nvCxnSpPr>
        <p:spPr>
          <a:xfrm>
            <a:off x="5526632" y="3757331"/>
            <a:ext cx="3240868" cy="637516"/>
          </a:xfrm>
          <a:prstGeom prst="bentConnector3">
            <a:avLst>
              <a:gd name="adj1" fmla="val 6100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DE85B907-2B74-51E0-DFA5-D8C71EC3BE35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5539684" y="2067775"/>
            <a:ext cx="3227816" cy="1570806"/>
          </a:xfrm>
          <a:prstGeom prst="bentConnector3">
            <a:avLst>
              <a:gd name="adj1" fmla="val 7634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1C9C70E4-0D48-E641-9412-687063D7F67D}"/>
              </a:ext>
            </a:extLst>
          </p:cNvPr>
          <p:cNvCxnSpPr>
            <a:cxnSpLocks/>
          </p:cNvCxnSpPr>
          <p:nvPr/>
        </p:nvCxnSpPr>
        <p:spPr>
          <a:xfrm>
            <a:off x="8366688" y="3832290"/>
            <a:ext cx="4033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CC6F3706-EBD0-A178-DB65-60D0A9CF55DB}"/>
              </a:ext>
            </a:extLst>
          </p:cNvPr>
          <p:cNvSpPr txBox="1"/>
          <p:nvPr/>
        </p:nvSpPr>
        <p:spPr>
          <a:xfrm>
            <a:off x="8099927" y="3657313"/>
            <a:ext cx="31290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b="1" dirty="0"/>
              <a:t>0</a:t>
            </a: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F7D917B3-7DD0-167B-E143-822EDD269096}"/>
              </a:ext>
            </a:extLst>
          </p:cNvPr>
          <p:cNvCxnSpPr>
            <a:cxnSpLocks/>
          </p:cNvCxnSpPr>
          <p:nvPr/>
        </p:nvCxnSpPr>
        <p:spPr>
          <a:xfrm>
            <a:off x="8366688" y="2815182"/>
            <a:ext cx="3353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50D4937D-878A-2B31-B07A-619EAECD062B}"/>
              </a:ext>
            </a:extLst>
          </p:cNvPr>
          <p:cNvSpPr txBox="1"/>
          <p:nvPr/>
        </p:nvSpPr>
        <p:spPr>
          <a:xfrm>
            <a:off x="8099927" y="2630516"/>
            <a:ext cx="31290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b="1" dirty="0"/>
              <a:t>1</a:t>
            </a:r>
          </a:p>
        </p:txBody>
      </p:sp>
      <p:cxnSp>
        <p:nvCxnSpPr>
          <p:cNvPr id="177" name="Connector: Elbow 176">
            <a:extLst>
              <a:ext uri="{FF2B5EF4-FFF2-40B4-BE49-F238E27FC236}">
                <a16:creationId xmlns:a16="http://schemas.microsoft.com/office/drawing/2014/main" id="{10966C8F-C702-4803-CFDA-C02D0957B5FA}"/>
              </a:ext>
            </a:extLst>
          </p:cNvPr>
          <p:cNvCxnSpPr/>
          <p:nvPr/>
        </p:nvCxnSpPr>
        <p:spPr>
          <a:xfrm>
            <a:off x="8366688" y="2383346"/>
            <a:ext cx="335349" cy="27844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84985B75-C0E3-F914-3932-97DB1FBB9F4B}"/>
              </a:ext>
            </a:extLst>
          </p:cNvPr>
          <p:cNvCxnSpPr/>
          <p:nvPr/>
        </p:nvCxnSpPr>
        <p:spPr>
          <a:xfrm flipV="1">
            <a:off x="8366688" y="2956792"/>
            <a:ext cx="335349" cy="27332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: Elbow 180">
            <a:extLst>
              <a:ext uri="{FF2B5EF4-FFF2-40B4-BE49-F238E27FC236}">
                <a16:creationId xmlns:a16="http://schemas.microsoft.com/office/drawing/2014/main" id="{0F0BD2F2-D2B6-3459-184E-A1B14E0B04F3}"/>
              </a:ext>
            </a:extLst>
          </p:cNvPr>
          <p:cNvCxnSpPr/>
          <p:nvPr/>
        </p:nvCxnSpPr>
        <p:spPr>
          <a:xfrm flipV="1">
            <a:off x="8366688" y="3099943"/>
            <a:ext cx="335349" cy="13017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D1CA7A71-055D-4327-2EB8-AE483996394E}"/>
              </a:ext>
            </a:extLst>
          </p:cNvPr>
          <p:cNvSpPr txBox="1"/>
          <p:nvPr/>
        </p:nvSpPr>
        <p:spPr>
          <a:xfrm>
            <a:off x="8099927" y="3050511"/>
            <a:ext cx="31290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b="1" dirty="0"/>
              <a:t>0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CCB921F1-E07A-022F-DF9C-FABF065200FF}"/>
              </a:ext>
            </a:extLst>
          </p:cNvPr>
          <p:cNvSpPr txBox="1"/>
          <p:nvPr/>
        </p:nvSpPr>
        <p:spPr>
          <a:xfrm>
            <a:off x="8099927" y="2198731"/>
            <a:ext cx="31290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b="1" dirty="0"/>
              <a:t>0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32B0C70-C33D-2FCC-8F5C-8C434B23F8F1}"/>
              </a:ext>
            </a:extLst>
          </p:cNvPr>
          <p:cNvSpPr txBox="1"/>
          <p:nvPr/>
        </p:nvSpPr>
        <p:spPr>
          <a:xfrm>
            <a:off x="9318907" y="2094285"/>
            <a:ext cx="104387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err="1">
                <a:latin typeface="Bahnschrift SemiBold" panose="020B0502040204020203" pitchFamily="34" charset="0"/>
              </a:rPr>
              <a:t>Co_logic</a:t>
            </a:r>
            <a:endParaRPr lang="fa-IR" dirty="0">
              <a:latin typeface="Bahnschrift SemiBold" panose="020B0502040204020203" pitchFamily="34" charset="0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240C76B4-B647-3A80-575C-24A384F70A58}"/>
              </a:ext>
            </a:extLst>
          </p:cNvPr>
          <p:cNvSpPr txBox="1"/>
          <p:nvPr/>
        </p:nvSpPr>
        <p:spPr>
          <a:xfrm>
            <a:off x="11180671" y="2708094"/>
            <a:ext cx="47160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CO</a:t>
            </a:r>
            <a:endParaRPr lang="fa-IR" dirty="0">
              <a:latin typeface="Bahnschrift SemiBold" panose="020B0502040204020203" pitchFamily="34" charset="0"/>
            </a:endParaRPr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DF6AD1D2-E53B-CF4D-7D46-1CE561DBBD39}"/>
              </a:ext>
            </a:extLst>
          </p:cNvPr>
          <p:cNvCxnSpPr>
            <a:endCxn id="187" idx="1"/>
          </p:cNvCxnSpPr>
          <p:nvPr/>
        </p:nvCxnSpPr>
        <p:spPr>
          <a:xfrm>
            <a:off x="10858500" y="2886798"/>
            <a:ext cx="322171" cy="5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1CBCC25-B930-04A5-DC6A-D0E174A5C7CC}"/>
              </a:ext>
            </a:extLst>
          </p:cNvPr>
          <p:cNvSpPr/>
          <p:nvPr/>
        </p:nvSpPr>
        <p:spPr>
          <a:xfrm rot="5400000">
            <a:off x="1554599" y="3283341"/>
            <a:ext cx="337896" cy="503189"/>
          </a:xfrm>
          <a:custGeom>
            <a:avLst/>
            <a:gdLst>
              <a:gd name="connsiteX0" fmla="*/ 0 w 572182"/>
              <a:gd name="connsiteY0" fmla="*/ 810938 h 810938"/>
              <a:gd name="connsiteX1" fmla="*/ 269062 w 572182"/>
              <a:gd name="connsiteY1" fmla="*/ 263261 h 810938"/>
              <a:gd name="connsiteX2" fmla="*/ 234185 w 572182"/>
              <a:gd name="connsiteY2" fmla="*/ 256220 h 810938"/>
              <a:gd name="connsiteX3" fmla="*/ 152742 w 572182"/>
              <a:gd name="connsiteY3" fmla="*/ 133349 h 810938"/>
              <a:gd name="connsiteX4" fmla="*/ 286091 w 572182"/>
              <a:gd name="connsiteY4" fmla="*/ 0 h 810938"/>
              <a:gd name="connsiteX5" fmla="*/ 419440 w 572182"/>
              <a:gd name="connsiteY5" fmla="*/ 133349 h 810938"/>
              <a:gd name="connsiteX6" fmla="*/ 337996 w 572182"/>
              <a:gd name="connsiteY6" fmla="*/ 256220 h 810938"/>
              <a:gd name="connsiteX7" fmla="*/ 303120 w 572182"/>
              <a:gd name="connsiteY7" fmla="*/ 263261 h 810938"/>
              <a:gd name="connsiteX8" fmla="*/ 572182 w 572182"/>
              <a:gd name="connsiteY8" fmla="*/ 810938 h 8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2182" h="810938">
                <a:moveTo>
                  <a:pt x="0" y="810938"/>
                </a:moveTo>
                <a:lnTo>
                  <a:pt x="269062" y="263261"/>
                </a:lnTo>
                <a:lnTo>
                  <a:pt x="234185" y="256220"/>
                </a:lnTo>
                <a:cubicBezTo>
                  <a:pt x="186324" y="235976"/>
                  <a:pt x="152742" y="188584"/>
                  <a:pt x="152742" y="133349"/>
                </a:cubicBezTo>
                <a:cubicBezTo>
                  <a:pt x="152742" y="59702"/>
                  <a:pt x="212444" y="0"/>
                  <a:pt x="286091" y="0"/>
                </a:cubicBezTo>
                <a:cubicBezTo>
                  <a:pt x="359738" y="0"/>
                  <a:pt x="419440" y="59702"/>
                  <a:pt x="419440" y="133349"/>
                </a:cubicBezTo>
                <a:cubicBezTo>
                  <a:pt x="419440" y="188584"/>
                  <a:pt x="385857" y="235976"/>
                  <a:pt x="337996" y="256220"/>
                </a:cubicBezTo>
                <a:lnTo>
                  <a:pt x="303120" y="263261"/>
                </a:lnTo>
                <a:lnTo>
                  <a:pt x="572182" y="810938"/>
                </a:lnTo>
                <a:close/>
              </a:path>
            </a:pathLst>
          </a:custGeom>
          <a:solidFill>
            <a:srgbClr val="6A9ECF"/>
          </a:solidFill>
          <a:ln w="19050">
            <a:solidFill>
              <a:srgbClr val="2550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fa-I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22632-6660-B314-67E5-54836CEED42E}"/>
              </a:ext>
            </a:extLst>
          </p:cNvPr>
          <p:cNvSpPr txBox="1"/>
          <p:nvPr/>
        </p:nvSpPr>
        <p:spPr>
          <a:xfrm>
            <a:off x="1251865" y="3098497"/>
            <a:ext cx="683200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100" dirty="0">
                <a:latin typeface="Bahnschrift SemiBold" panose="020B0502040204020203" pitchFamily="34" charset="0"/>
              </a:rPr>
              <a:t>CA3_inv</a:t>
            </a:r>
            <a:endParaRPr lang="fa-IR" sz="1100" dirty="0">
              <a:latin typeface="Bahnschrift SemiBold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3A91D7-BC8E-14B6-40AF-57B620222985}"/>
              </a:ext>
            </a:extLst>
          </p:cNvPr>
          <p:cNvSpPr txBox="1"/>
          <p:nvPr/>
        </p:nvSpPr>
        <p:spPr>
          <a:xfrm>
            <a:off x="561590" y="3334039"/>
            <a:ext cx="538930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dirty="0" err="1">
                <a:latin typeface="Bahnschrift SemiBold" panose="020B0502040204020203" pitchFamily="34" charset="0"/>
              </a:rPr>
              <a:t>init</a:t>
            </a:r>
            <a:endParaRPr lang="fa-IR" sz="20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934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859EF-CBE0-05E0-F428-63408C186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323A6E93-7B68-AE55-FCDD-3BE0DE2B2992}"/>
              </a:ext>
            </a:extLst>
          </p:cNvPr>
          <p:cNvSpPr txBox="1"/>
          <p:nvPr/>
        </p:nvSpPr>
        <p:spPr>
          <a:xfrm>
            <a:off x="434728" y="330798"/>
            <a:ext cx="4059125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600" b="1" dirty="0" err="1">
                <a:latin typeface="Bahnschrift SemiBold" panose="020B0502040204020203" pitchFamily="34" charset="0"/>
              </a:rPr>
              <a:t>RND_shift_register</a:t>
            </a:r>
            <a:endParaRPr lang="en-US" sz="3600" b="1" dirty="0">
              <a:latin typeface="Bahnschrift SemiBold" panose="020B050204020402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7419691-E036-59F2-4058-D0B563983C7F}"/>
              </a:ext>
            </a:extLst>
          </p:cNvPr>
          <p:cNvSpPr txBox="1"/>
          <p:nvPr/>
        </p:nvSpPr>
        <p:spPr>
          <a:xfrm>
            <a:off x="470057" y="1125899"/>
            <a:ext cx="260199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For </a:t>
            </a:r>
            <a:r>
              <a:rPr lang="en-US" dirty="0" err="1">
                <a:latin typeface="Bahnschrift SemiBold" panose="020B0502040204020203" pitchFamily="34" charset="0"/>
              </a:rPr>
              <a:t>i</a:t>
            </a:r>
            <a:r>
              <a:rPr lang="en-US" dirty="0">
                <a:latin typeface="Bahnschrift SemiBold" panose="020B0502040204020203" pitchFamily="34" charset="0"/>
              </a:rPr>
              <a:t> in {0,1,2,3,4,5,6,7} :</a:t>
            </a:r>
            <a:endParaRPr lang="fa-IR" dirty="0">
              <a:latin typeface="Bahnschrift SemiBold" panose="020B0502040204020203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FD267E3-B48E-7110-9AE1-8B942D6E3E27}"/>
              </a:ext>
            </a:extLst>
          </p:cNvPr>
          <p:cNvGrpSpPr/>
          <p:nvPr/>
        </p:nvGrpSpPr>
        <p:grpSpPr>
          <a:xfrm>
            <a:off x="662893" y="1644001"/>
            <a:ext cx="10866213" cy="4467358"/>
            <a:chOff x="735031" y="1264539"/>
            <a:chExt cx="10866213" cy="4467358"/>
          </a:xfrm>
        </p:grpSpPr>
        <p:pic>
          <p:nvPicPr>
            <p:cNvPr id="3" name="Picture 2" descr="A diagram of a circuit&#10;&#10;AI-generated content may be incorrect.">
              <a:extLst>
                <a:ext uri="{FF2B5EF4-FFF2-40B4-BE49-F238E27FC236}">
                  <a16:creationId xmlns:a16="http://schemas.microsoft.com/office/drawing/2014/main" id="{C1BE06AA-514A-90DD-339F-896CA2DD2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5014" y="1621171"/>
              <a:ext cx="5235257" cy="4110726"/>
            </a:xfrm>
            <a:prstGeom prst="rect">
              <a:avLst/>
            </a:prstGeom>
          </p:spPr>
        </p:pic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640A7D2B-85DE-15E7-DE76-9D3431D72F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01895" y="2228684"/>
              <a:ext cx="2062703" cy="321943"/>
            </a:xfrm>
            <a:prstGeom prst="bentConnector3">
              <a:avLst>
                <a:gd name="adj1" fmla="val 28943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2171B1C-DEB4-88DC-3C62-275F6C7189FD}"/>
                </a:ext>
              </a:extLst>
            </p:cNvPr>
            <p:cNvSpPr txBox="1"/>
            <p:nvPr/>
          </p:nvSpPr>
          <p:spPr>
            <a:xfrm>
              <a:off x="1946779" y="2198975"/>
              <a:ext cx="1287532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r>
                <a:rPr lang="en-US" dirty="0"/>
                <a:t>out[i-1]</a:t>
              </a:r>
              <a:endParaRPr lang="fa-IR" dirty="0"/>
            </a:p>
          </p:txBody>
        </p: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D57F4C1D-FEF9-4C5B-BD36-2E0AF6AD79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01895" y="3457409"/>
              <a:ext cx="2167380" cy="386872"/>
            </a:xfrm>
            <a:prstGeom prst="bentConnector3">
              <a:avLst>
                <a:gd name="adj1" fmla="val 43250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FBC5082-0BCE-656B-5EB0-A1640FEE1480}"/>
                </a:ext>
              </a:extLst>
            </p:cNvPr>
            <p:cNvSpPr txBox="1"/>
            <p:nvPr/>
          </p:nvSpPr>
          <p:spPr>
            <a:xfrm>
              <a:off x="2521119" y="3551419"/>
              <a:ext cx="748443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r>
                <a:rPr lang="en-US" dirty="0" err="1"/>
                <a:t>init</a:t>
              </a:r>
              <a:endParaRPr lang="fa-IR" dirty="0"/>
            </a:p>
          </p:txBody>
        </p: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D074CB92-8501-2B5A-F8EE-D5091CD24C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01895" y="4555459"/>
              <a:ext cx="2167380" cy="261610"/>
            </a:xfrm>
            <a:prstGeom prst="bentConnector3">
              <a:avLst>
                <a:gd name="adj1" fmla="val 44094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D181B9F-A795-2765-E476-FE668B6776F7}"/>
                </a:ext>
              </a:extLst>
            </p:cNvPr>
            <p:cNvSpPr txBox="1"/>
            <p:nvPr/>
          </p:nvSpPr>
          <p:spPr>
            <a:xfrm>
              <a:off x="2653228" y="4489453"/>
              <a:ext cx="643766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r>
                <a:rPr lang="en-US" dirty="0" err="1"/>
                <a:t>en</a:t>
              </a:r>
              <a:endParaRPr lang="fa-IR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8B25431-C94A-2F2D-9AA5-CC07063AD828}"/>
                </a:ext>
              </a:extLst>
            </p:cNvPr>
            <p:cNvCxnSpPr>
              <a:cxnSpLocks/>
            </p:cNvCxnSpPr>
            <p:nvPr/>
          </p:nvCxnSpPr>
          <p:spPr>
            <a:xfrm>
              <a:off x="4619467" y="4817069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50C9E7E-BB6A-4B12-54C4-5C081C3A49FC}"/>
                </a:ext>
              </a:extLst>
            </p:cNvPr>
            <p:cNvSpPr txBox="1"/>
            <p:nvPr/>
          </p:nvSpPr>
          <p:spPr>
            <a:xfrm>
              <a:off x="4234425" y="4555459"/>
              <a:ext cx="385042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1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5272CF0-D63B-75CD-1E96-6CE02BEC3E68}"/>
                </a:ext>
              </a:extLst>
            </p:cNvPr>
            <p:cNvCxnSpPr>
              <a:cxnSpLocks/>
            </p:cNvCxnSpPr>
            <p:nvPr/>
          </p:nvCxnSpPr>
          <p:spPr>
            <a:xfrm>
              <a:off x="4615433" y="3732979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967E1C8-31BE-CF95-4A37-676FCF796BE9}"/>
                </a:ext>
              </a:extLst>
            </p:cNvPr>
            <p:cNvSpPr txBox="1"/>
            <p:nvPr/>
          </p:nvSpPr>
          <p:spPr>
            <a:xfrm>
              <a:off x="4230391" y="3471369"/>
              <a:ext cx="385042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0</a:t>
              </a:r>
            </a:p>
          </p:txBody>
        </p: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5F448CC5-9605-3058-3E19-FAEEAD63A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8826" y="2697430"/>
              <a:ext cx="735772" cy="188283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87B988E-FA1E-D3EF-24E5-246DC6577600}"/>
                </a:ext>
              </a:extLst>
            </p:cNvPr>
            <p:cNvCxnSpPr/>
            <p:nvPr/>
          </p:nvCxnSpPr>
          <p:spPr>
            <a:xfrm>
              <a:off x="9610049" y="2376348"/>
              <a:ext cx="9906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AE1C78A-68FB-9B13-0A5C-E9EA403929B8}"/>
                </a:ext>
              </a:extLst>
            </p:cNvPr>
            <p:cNvSpPr txBox="1"/>
            <p:nvPr/>
          </p:nvSpPr>
          <p:spPr>
            <a:xfrm>
              <a:off x="10600649" y="2123882"/>
              <a:ext cx="1000595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2800" b="1" dirty="0">
                  <a:latin typeface="Bahnschrift SemiBold" panose="020B0502040204020203" pitchFamily="34" charset="0"/>
                </a:rPr>
                <a:t>out[</a:t>
              </a:r>
              <a:r>
                <a:rPr lang="en-US" sz="2800" b="1" dirty="0" err="1">
                  <a:latin typeface="Bahnschrift SemiBold" panose="020B0502040204020203" pitchFamily="34" charset="0"/>
                </a:rPr>
                <a:t>i</a:t>
              </a:r>
              <a:r>
                <a:rPr lang="en-US" sz="2800" b="1" dirty="0">
                  <a:latin typeface="Bahnschrift SemiBold" panose="020B0502040204020203" pitchFamily="34" charset="0"/>
                </a:rPr>
                <a:t>]</a:t>
              </a:r>
              <a:endParaRPr lang="fa-IR" sz="2800" b="1" dirty="0">
                <a:latin typeface="Bahnschrift SemiBold" panose="020B0502040204020203" pitchFamily="34" charset="0"/>
              </a:endParaRP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0BEE2C28-9076-CBE1-678D-DB1612B9D523}"/>
                </a:ext>
              </a:extLst>
            </p:cNvPr>
            <p:cNvCxnSpPr/>
            <p:nvPr/>
          </p:nvCxnSpPr>
          <p:spPr>
            <a:xfrm flipV="1">
              <a:off x="4896712" y="2460585"/>
              <a:ext cx="367886" cy="236845"/>
            </a:xfrm>
            <a:prstGeom prst="bentConnector3">
              <a:avLst>
                <a:gd name="adj1" fmla="val 418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AF9833B-703D-C0C8-D535-8854D36ACAEF}"/>
                </a:ext>
              </a:extLst>
            </p:cNvPr>
            <p:cNvSpPr txBox="1">
              <a:spLocks/>
            </p:cNvSpPr>
            <p:nvPr/>
          </p:nvSpPr>
          <p:spPr>
            <a:xfrm>
              <a:off x="3322595" y="2623518"/>
              <a:ext cx="1287532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r>
                <a:rPr lang="en-US" dirty="0"/>
                <a:t>seed[</a:t>
              </a:r>
              <a:r>
                <a:rPr lang="en-US" dirty="0" err="1"/>
                <a:t>i</a:t>
              </a:r>
              <a:r>
                <a:rPr lang="en-US" dirty="0"/>
                <a:t>]</a:t>
              </a:r>
              <a:endParaRPr lang="fa-IR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94E966B-8365-356C-5839-265EF93F7CA1}"/>
                </a:ext>
              </a:extLst>
            </p:cNvPr>
            <p:cNvSpPr txBox="1"/>
            <p:nvPr/>
          </p:nvSpPr>
          <p:spPr>
            <a:xfrm>
              <a:off x="4669259" y="4936507"/>
              <a:ext cx="580223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/>
                <a:t>(</a:t>
              </a:r>
              <a:r>
                <a:rPr lang="en-US" dirty="0" err="1"/>
                <a:t>rst</a:t>
              </a:r>
              <a:r>
                <a:rPr lang="en-US" dirty="0"/>
                <a:t>)</a:t>
              </a:r>
              <a:endParaRPr lang="fa-IR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B61A6CF-0E69-717E-0591-03A9528C57EF}"/>
                </a:ext>
              </a:extLst>
            </p:cNvPr>
            <p:cNvSpPr txBox="1"/>
            <p:nvPr/>
          </p:nvSpPr>
          <p:spPr>
            <a:xfrm>
              <a:off x="4696917" y="5206118"/>
              <a:ext cx="612668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/>
                <a:t>(</a:t>
              </a:r>
              <a:r>
                <a:rPr lang="en-US" dirty="0" err="1"/>
                <a:t>clk</a:t>
              </a:r>
              <a:r>
                <a:rPr lang="en-US" dirty="0"/>
                <a:t>)</a:t>
              </a:r>
              <a:endParaRPr lang="fa-IR" dirty="0"/>
            </a:p>
          </p:txBody>
        </p:sp>
        <p:sp>
          <p:nvSpPr>
            <p:cNvPr id="52" name="Speech Bubble: Rectangle with Corners Rounded 51">
              <a:extLst>
                <a:ext uri="{FF2B5EF4-FFF2-40B4-BE49-F238E27FC236}">
                  <a16:creationId xmlns:a16="http://schemas.microsoft.com/office/drawing/2014/main" id="{2499CADB-11C6-6DC7-2B57-FB432A86CC87}"/>
                </a:ext>
              </a:extLst>
            </p:cNvPr>
            <p:cNvSpPr/>
            <p:nvPr/>
          </p:nvSpPr>
          <p:spPr>
            <a:xfrm>
              <a:off x="735031" y="2951778"/>
              <a:ext cx="1211748" cy="370058"/>
            </a:xfrm>
            <a:prstGeom prst="wedgeRoundRectCallout">
              <a:avLst>
                <a:gd name="adj1" fmla="val 70882"/>
                <a:gd name="adj2" fmla="val -126190"/>
                <a:gd name="adj3" fmla="val 16667"/>
              </a:avLst>
            </a:prstGeom>
            <a:solidFill>
              <a:srgbClr val="689BCE"/>
            </a:solidFill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>
                  <a:latin typeface="Bahnschrift SemiBold" panose="020B0502040204020203" pitchFamily="34" charset="0"/>
                </a:rPr>
                <a:t>if i = 0: fb</a:t>
              </a:r>
              <a:endParaRPr lang="fa-IR" dirty="0">
                <a:latin typeface="Bahnschrift SemiBold" panose="020B0502040204020203" pitchFamily="34" charset="0"/>
              </a:endParaRPr>
            </a:p>
          </p:txBody>
        </p: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9F492045-0F66-E292-EAD4-50BEBDF099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9793" y="1264539"/>
              <a:ext cx="0" cy="78317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876FC6A-4526-01CD-847A-986B366E092F}"/>
                </a:ext>
              </a:extLst>
            </p:cNvPr>
            <p:cNvCxnSpPr>
              <a:cxnSpLocks/>
            </p:cNvCxnSpPr>
            <p:nvPr/>
          </p:nvCxnSpPr>
          <p:spPr>
            <a:xfrm>
              <a:off x="3440649" y="1264539"/>
              <a:ext cx="6955021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281BDE-4EF5-2022-01C3-6F1D55C111C8}"/>
                </a:ext>
              </a:extLst>
            </p:cNvPr>
            <p:cNvCxnSpPr/>
            <p:nvPr/>
          </p:nvCxnSpPr>
          <p:spPr>
            <a:xfrm>
              <a:off x="10395670" y="1264539"/>
              <a:ext cx="0" cy="1096188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0A1DE2C-6C26-5163-5714-451EA6D8E9EB}"/>
                </a:ext>
              </a:extLst>
            </p:cNvPr>
            <p:cNvCxnSpPr>
              <a:cxnSpLocks/>
            </p:cNvCxnSpPr>
            <p:nvPr/>
          </p:nvCxnSpPr>
          <p:spPr>
            <a:xfrm>
              <a:off x="3449793" y="2047709"/>
              <a:ext cx="181480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5738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3DA71-6D30-744C-D45D-832DC3DEB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A5AC13FD-8341-6C65-2822-6C8C43379F1C}"/>
              </a:ext>
            </a:extLst>
          </p:cNvPr>
          <p:cNvSpPr txBox="1"/>
          <p:nvPr/>
        </p:nvSpPr>
        <p:spPr>
          <a:xfrm>
            <a:off x="434728" y="330798"/>
            <a:ext cx="1887055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600" b="1" dirty="0" err="1">
                <a:latin typeface="Bahnschrift SemiBold" panose="020B0502040204020203" pitchFamily="34" charset="0"/>
              </a:rPr>
              <a:t>HG_mux</a:t>
            </a:r>
            <a:endParaRPr lang="en-US" sz="3600" b="1" dirty="0">
              <a:latin typeface="Bahnschrift SemiBold" panose="020B050204020402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135FA0-3157-1704-853F-6EEB038A1137}"/>
              </a:ext>
            </a:extLst>
          </p:cNvPr>
          <p:cNvSpPr txBox="1"/>
          <p:nvPr/>
        </p:nvSpPr>
        <p:spPr>
          <a:xfrm>
            <a:off x="470057" y="1125899"/>
            <a:ext cx="254909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For </a:t>
            </a:r>
            <a:r>
              <a:rPr lang="en-US" dirty="0" err="1">
                <a:latin typeface="Bahnschrift SemiBold" panose="020B0502040204020203" pitchFamily="34" charset="0"/>
              </a:rPr>
              <a:t>i</a:t>
            </a:r>
            <a:r>
              <a:rPr lang="en-US" dirty="0">
                <a:latin typeface="Bahnschrift SemiBold" panose="020B0502040204020203" pitchFamily="34" charset="0"/>
              </a:rPr>
              <a:t> in {0,1,2,3,4,5,6,7} :</a:t>
            </a:r>
            <a:endParaRPr lang="fa-IR" dirty="0">
              <a:latin typeface="Bahnschrift SemiBold" panose="020B0502040204020203" pitchFamily="34" charset="0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70DCE4C-6740-6F9A-B054-AC01AB2EC726}"/>
              </a:ext>
            </a:extLst>
          </p:cNvPr>
          <p:cNvGrpSpPr/>
          <p:nvPr/>
        </p:nvGrpSpPr>
        <p:grpSpPr>
          <a:xfrm>
            <a:off x="1421389" y="1340340"/>
            <a:ext cx="9333433" cy="4901221"/>
            <a:chOff x="1421389" y="1340340"/>
            <a:chExt cx="9333433" cy="4901221"/>
          </a:xfrm>
        </p:grpSpPr>
        <p:pic>
          <p:nvPicPr>
            <p:cNvPr id="28" name="Picture 27" descr="A diagram of a circuit&#10;&#10;AI-generated content may be incorrect.">
              <a:extLst>
                <a:ext uri="{FF2B5EF4-FFF2-40B4-BE49-F238E27FC236}">
                  <a16:creationId xmlns:a16="http://schemas.microsoft.com/office/drawing/2014/main" id="{771EE9CB-4827-B54E-3DE5-F456ED625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6214" y="1340340"/>
              <a:ext cx="4101021" cy="490122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E3CA75E-7B0A-D250-D8D2-741B7AE248B6}"/>
                </a:ext>
              </a:extLst>
            </p:cNvPr>
            <p:cNvSpPr txBox="1"/>
            <p:nvPr/>
          </p:nvSpPr>
          <p:spPr>
            <a:xfrm>
              <a:off x="3223455" y="3443616"/>
              <a:ext cx="1012875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pPr algn="ctr"/>
              <a:r>
                <a:rPr lang="en-US" b="0" dirty="0"/>
                <a:t>in3[</a:t>
              </a:r>
              <a:r>
                <a:rPr lang="en-US" b="0" dirty="0" err="1"/>
                <a:t>i</a:t>
              </a:r>
              <a:r>
                <a:rPr lang="en-US" b="0" dirty="0"/>
                <a:t>]</a:t>
              </a:r>
              <a:endParaRPr lang="fa-IR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4A35224-E297-9F5A-BC35-F159CCF48A9F}"/>
                </a:ext>
              </a:extLst>
            </p:cNvPr>
            <p:cNvSpPr txBox="1"/>
            <p:nvPr/>
          </p:nvSpPr>
          <p:spPr>
            <a:xfrm>
              <a:off x="3223455" y="3977016"/>
              <a:ext cx="1027754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pPr algn="ctr"/>
              <a:r>
                <a:rPr lang="en-US" b="0" dirty="0"/>
                <a:t>in4[</a:t>
              </a:r>
              <a:r>
                <a:rPr lang="en-US" b="0" dirty="0" err="1"/>
                <a:t>i</a:t>
              </a:r>
              <a:r>
                <a:rPr lang="en-US" b="0" dirty="0"/>
                <a:t>]</a:t>
              </a:r>
              <a:endParaRPr lang="fa-IR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5678FF2-52B0-7011-ACE5-C29C2FAB05A4}"/>
                </a:ext>
              </a:extLst>
            </p:cNvPr>
            <p:cNvSpPr txBox="1"/>
            <p:nvPr/>
          </p:nvSpPr>
          <p:spPr>
            <a:xfrm>
              <a:off x="1421389" y="3660607"/>
              <a:ext cx="1080699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pPr algn="ctr"/>
              <a:r>
                <a:rPr lang="en-US" b="0" dirty="0" err="1"/>
                <a:t>sel</a:t>
              </a:r>
              <a:r>
                <a:rPr lang="en-US" b="0" dirty="0"/>
                <a:t>[0]</a:t>
              </a:r>
              <a:endParaRPr lang="fa-IR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5566123-FF11-007B-520D-42610E38DDEB}"/>
                </a:ext>
              </a:extLst>
            </p:cNvPr>
            <p:cNvSpPr txBox="1"/>
            <p:nvPr/>
          </p:nvSpPr>
          <p:spPr>
            <a:xfrm>
              <a:off x="1669484" y="5081916"/>
              <a:ext cx="1080699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pPr algn="ctr"/>
              <a:r>
                <a:rPr lang="en-US" b="0" dirty="0" err="1"/>
                <a:t>sel</a:t>
              </a:r>
              <a:r>
                <a:rPr lang="en-US" b="0" dirty="0"/>
                <a:t>[1]</a:t>
              </a:r>
              <a:endParaRPr lang="fa-IR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E50AEA7-55BD-E1FB-9B56-D230CED47691}"/>
                </a:ext>
              </a:extLst>
            </p:cNvPr>
            <p:cNvCxnSpPr>
              <a:cxnSpLocks/>
            </p:cNvCxnSpPr>
            <p:nvPr/>
          </p:nvCxnSpPr>
          <p:spPr>
            <a:xfrm>
              <a:off x="4500581" y="5709080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CB0E991-140E-1183-F37C-C25B054C34EE}"/>
                </a:ext>
              </a:extLst>
            </p:cNvPr>
            <p:cNvSpPr txBox="1"/>
            <p:nvPr/>
          </p:nvSpPr>
          <p:spPr>
            <a:xfrm>
              <a:off x="4115539" y="5447470"/>
              <a:ext cx="385042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0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F3C8488-C5EA-5EE6-D40A-2344CF8B8568}"/>
                </a:ext>
              </a:extLst>
            </p:cNvPr>
            <p:cNvCxnSpPr>
              <a:cxnSpLocks/>
              <a:stCxn id="25" idx="3"/>
            </p:cNvCxnSpPr>
            <p:nvPr/>
          </p:nvCxnSpPr>
          <p:spPr>
            <a:xfrm>
              <a:off x="2750183" y="5343526"/>
              <a:ext cx="250020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CB37116-BC6F-6A22-E617-58914FCC8182}"/>
                </a:ext>
              </a:extLst>
            </p:cNvPr>
            <p:cNvCxnSpPr>
              <a:cxnSpLocks/>
            </p:cNvCxnSpPr>
            <p:nvPr/>
          </p:nvCxnSpPr>
          <p:spPr>
            <a:xfrm>
              <a:off x="4223245" y="4238626"/>
              <a:ext cx="103135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967388A-2189-B48A-F514-A40F9D60EC80}"/>
                </a:ext>
              </a:extLst>
            </p:cNvPr>
            <p:cNvCxnSpPr>
              <a:cxnSpLocks/>
            </p:cNvCxnSpPr>
            <p:nvPr/>
          </p:nvCxnSpPr>
          <p:spPr>
            <a:xfrm>
              <a:off x="4237514" y="3705226"/>
              <a:ext cx="101287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0B0E93-71AC-C6BF-7AEF-2E12911C2E60}"/>
                </a:ext>
              </a:extLst>
            </p:cNvPr>
            <p:cNvSpPr txBox="1"/>
            <p:nvPr/>
          </p:nvSpPr>
          <p:spPr>
            <a:xfrm>
              <a:off x="3223455" y="1750516"/>
              <a:ext cx="979749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pPr algn="ctr"/>
              <a:r>
                <a:rPr lang="en-US" b="0" dirty="0"/>
                <a:t>in1[</a:t>
              </a:r>
              <a:r>
                <a:rPr lang="en-US" b="0" dirty="0" err="1"/>
                <a:t>i</a:t>
              </a:r>
              <a:r>
                <a:rPr lang="en-US" b="0" dirty="0"/>
                <a:t>]</a:t>
              </a:r>
              <a:endParaRPr lang="fa-IR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CA4347D-C51F-6F93-0146-F019F4A8763B}"/>
                </a:ext>
              </a:extLst>
            </p:cNvPr>
            <p:cNvSpPr txBox="1"/>
            <p:nvPr/>
          </p:nvSpPr>
          <p:spPr>
            <a:xfrm>
              <a:off x="3223455" y="2283916"/>
              <a:ext cx="994628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pPr algn="ctr"/>
              <a:r>
                <a:rPr lang="en-US" b="0" dirty="0"/>
                <a:t>in2[</a:t>
              </a:r>
              <a:r>
                <a:rPr lang="en-US" b="0" dirty="0" err="1"/>
                <a:t>i</a:t>
              </a:r>
              <a:r>
                <a:rPr lang="en-US" b="0" dirty="0"/>
                <a:t>]</a:t>
              </a:r>
              <a:endParaRPr lang="fa-IR" dirty="0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88C021F-8110-D6C4-31FC-4FBA4602F16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119" y="2545526"/>
              <a:ext cx="103135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1FEA230-6551-56EC-825F-F21155D0AA8C}"/>
                </a:ext>
              </a:extLst>
            </p:cNvPr>
            <p:cNvCxnSpPr>
              <a:cxnSpLocks/>
            </p:cNvCxnSpPr>
            <p:nvPr/>
          </p:nvCxnSpPr>
          <p:spPr>
            <a:xfrm>
              <a:off x="4204388" y="2012126"/>
              <a:ext cx="101708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: Elbow 49">
              <a:extLst>
                <a:ext uri="{FF2B5EF4-FFF2-40B4-BE49-F238E27FC236}">
                  <a16:creationId xmlns:a16="http://schemas.microsoft.com/office/drawing/2014/main" id="{272AD9D7-9471-E341-00EC-0FD14E1F9C6C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2502088" y="3922217"/>
              <a:ext cx="2624126" cy="716405"/>
            </a:xfrm>
            <a:prstGeom prst="bentConnector3">
              <a:avLst>
                <a:gd name="adj1" fmla="val 19147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: Elbow 54">
              <a:extLst>
                <a:ext uri="{FF2B5EF4-FFF2-40B4-BE49-F238E27FC236}">
                  <a16:creationId xmlns:a16="http://schemas.microsoft.com/office/drawing/2014/main" id="{BEA02F05-653B-1600-B31B-DF46D10F7AEE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 flipV="1">
              <a:off x="2502088" y="3133727"/>
              <a:ext cx="2624126" cy="788490"/>
            </a:xfrm>
            <a:prstGeom prst="bentConnector3">
              <a:avLst>
                <a:gd name="adj1" fmla="val 19147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2549D747-2BEA-237F-F836-06F5C6ADDD03}"/>
                </a:ext>
              </a:extLst>
            </p:cNvPr>
            <p:cNvCxnSpPr/>
            <p:nvPr/>
          </p:nvCxnSpPr>
          <p:spPr>
            <a:xfrm>
              <a:off x="8765231" y="3133727"/>
              <a:ext cx="9906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1A03AD9-E77F-ADD0-16D6-60D77CEC020F}"/>
                </a:ext>
              </a:extLst>
            </p:cNvPr>
            <p:cNvSpPr txBox="1"/>
            <p:nvPr/>
          </p:nvSpPr>
          <p:spPr>
            <a:xfrm>
              <a:off x="9755831" y="2872117"/>
              <a:ext cx="998991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2800" b="1" dirty="0">
                  <a:latin typeface="Bahnschrift SemiBold" panose="020B0502040204020203" pitchFamily="34" charset="0"/>
                </a:rPr>
                <a:t>out[</a:t>
              </a:r>
              <a:r>
                <a:rPr lang="en-US" sz="2800" b="1" dirty="0" err="1">
                  <a:latin typeface="Bahnschrift SemiBold" panose="020B0502040204020203" pitchFamily="34" charset="0"/>
                </a:rPr>
                <a:t>i</a:t>
              </a:r>
              <a:r>
                <a:rPr lang="en-US" sz="2800" b="1" dirty="0">
                  <a:latin typeface="Bahnschrift SemiBold" panose="020B0502040204020203" pitchFamily="34" charset="0"/>
                </a:rPr>
                <a:t>]</a:t>
              </a:r>
              <a:endParaRPr lang="fa-IR" sz="2800" b="1" dirty="0">
                <a:latin typeface="Bahnschrift SemiBold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4141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DCBCC-4364-66DC-140B-E99763520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7856EA7B-754C-1182-9E41-8055F24442DB}"/>
              </a:ext>
            </a:extLst>
          </p:cNvPr>
          <p:cNvSpPr txBox="1"/>
          <p:nvPr/>
        </p:nvSpPr>
        <p:spPr>
          <a:xfrm>
            <a:off x="434728" y="330798"/>
            <a:ext cx="3502882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600" b="1" dirty="0" err="1">
                <a:latin typeface="Bahnschrift SemiBold" panose="020B0502040204020203" pitchFamily="34" charset="0"/>
              </a:rPr>
              <a:t>HG_pipeline_reg</a:t>
            </a:r>
            <a:endParaRPr lang="en-US" sz="3600" b="1" dirty="0">
              <a:latin typeface="Bahnschrift SemiBold" panose="020B050204020402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A41D55-760D-089E-3CB1-4251F8375928}"/>
              </a:ext>
            </a:extLst>
          </p:cNvPr>
          <p:cNvSpPr txBox="1"/>
          <p:nvPr/>
        </p:nvSpPr>
        <p:spPr>
          <a:xfrm>
            <a:off x="470057" y="1125899"/>
            <a:ext cx="260199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For </a:t>
            </a:r>
            <a:r>
              <a:rPr lang="en-US" dirty="0" err="1">
                <a:latin typeface="Bahnschrift SemiBold" panose="020B0502040204020203" pitchFamily="34" charset="0"/>
              </a:rPr>
              <a:t>i</a:t>
            </a:r>
            <a:r>
              <a:rPr lang="en-US" dirty="0">
                <a:latin typeface="Bahnschrift SemiBold" panose="020B0502040204020203" pitchFamily="34" charset="0"/>
              </a:rPr>
              <a:t> in {0,1,2,3,4,5,6,7} :</a:t>
            </a:r>
            <a:endParaRPr lang="fa-IR" dirty="0">
              <a:latin typeface="Bahnschrift SemiBold" panose="020B0502040204020203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EB7DBBA-1EB0-561F-F7E8-3956003419F2}"/>
              </a:ext>
            </a:extLst>
          </p:cNvPr>
          <p:cNvGrpSpPr/>
          <p:nvPr/>
        </p:nvGrpSpPr>
        <p:grpSpPr>
          <a:xfrm>
            <a:off x="480177" y="1654332"/>
            <a:ext cx="11241766" cy="4467358"/>
            <a:chOff x="470057" y="1721739"/>
            <a:chExt cx="11241766" cy="4467358"/>
          </a:xfrm>
        </p:grpSpPr>
        <p:pic>
          <p:nvPicPr>
            <p:cNvPr id="3" name="Picture 2" descr="A diagram of a circuit&#10;&#10;AI-generated content may be incorrect.">
              <a:extLst>
                <a:ext uri="{FF2B5EF4-FFF2-40B4-BE49-F238E27FC236}">
                  <a16:creationId xmlns:a16="http://schemas.microsoft.com/office/drawing/2014/main" id="{A72AFECC-E924-683D-CBBB-FE64EE2F6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5457" y="2078371"/>
              <a:ext cx="5235257" cy="4110726"/>
            </a:xfrm>
            <a:prstGeom prst="rect">
              <a:avLst/>
            </a:prstGeom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46BB939C-F100-0165-F3A0-4B98C45A0605}"/>
                </a:ext>
              </a:extLst>
            </p:cNvPr>
            <p:cNvCxnSpPr>
              <a:cxnSpLocks/>
            </p:cNvCxnSpPr>
            <p:nvPr/>
          </p:nvCxnSpPr>
          <p:spPr>
            <a:xfrm>
              <a:off x="2790236" y="2504909"/>
              <a:ext cx="181480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E3093D53-C296-C5B5-2EC5-2A69BFEC81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2338" y="2685884"/>
              <a:ext cx="2062703" cy="321943"/>
            </a:xfrm>
            <a:prstGeom prst="bentConnector3">
              <a:avLst>
                <a:gd name="adj1" fmla="val 28943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B3ADED3-8965-05E4-C20A-9642134E49C8}"/>
                </a:ext>
              </a:extLst>
            </p:cNvPr>
            <p:cNvSpPr txBox="1"/>
            <p:nvPr/>
          </p:nvSpPr>
          <p:spPr>
            <a:xfrm>
              <a:off x="1397240" y="2656175"/>
              <a:ext cx="1177514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r>
                <a:rPr lang="en-US" b="0" dirty="0" err="1"/>
                <a:t>d_in</a:t>
              </a:r>
              <a:r>
                <a:rPr lang="en-US" dirty="0"/>
                <a:t>[</a:t>
              </a:r>
              <a:r>
                <a:rPr lang="en-US" dirty="0" err="1"/>
                <a:t>i</a:t>
              </a:r>
              <a:r>
                <a:rPr lang="en-US" dirty="0"/>
                <a:t>]</a:t>
              </a:r>
              <a:endParaRPr lang="fa-IR" dirty="0"/>
            </a:p>
          </p:txBody>
        </p: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62484D12-93D4-142E-DE74-27E8AFF959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2338" y="3914609"/>
              <a:ext cx="2167380" cy="386872"/>
            </a:xfrm>
            <a:prstGeom prst="bentConnector3">
              <a:avLst>
                <a:gd name="adj1" fmla="val 43250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60798F4-6288-0F52-62C7-EF7E8843517D}"/>
                </a:ext>
              </a:extLst>
            </p:cNvPr>
            <p:cNvSpPr txBox="1"/>
            <p:nvPr/>
          </p:nvSpPr>
          <p:spPr>
            <a:xfrm>
              <a:off x="1923623" y="4008619"/>
              <a:ext cx="686382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r>
                <a:rPr lang="en-US" dirty="0" err="1"/>
                <a:t>rst</a:t>
              </a:r>
              <a:endParaRPr lang="fa-IR" dirty="0"/>
            </a:p>
          </p:txBody>
        </p: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9F3D7091-13AD-8771-4E71-DBB4B37677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2338" y="5012659"/>
              <a:ext cx="2167380" cy="261610"/>
            </a:xfrm>
            <a:prstGeom prst="bentConnector3">
              <a:avLst>
                <a:gd name="adj1" fmla="val 44094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1D84A13-75DC-C2AD-FE3F-ADA24D6C8094}"/>
                </a:ext>
              </a:extLst>
            </p:cNvPr>
            <p:cNvSpPr txBox="1"/>
            <p:nvPr/>
          </p:nvSpPr>
          <p:spPr>
            <a:xfrm>
              <a:off x="470057" y="4946653"/>
              <a:ext cx="2167380" cy="95410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r>
                <a:rPr lang="en-US" b="0" dirty="0" err="1"/>
                <a:t>load_enable</a:t>
              </a:r>
              <a:endParaRPr lang="en-US" b="0" dirty="0"/>
            </a:p>
            <a:p>
              <a:endParaRPr lang="fa-IR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F99E7DF-4815-1FE9-2FE8-CE9690F89F6C}"/>
                </a:ext>
              </a:extLst>
            </p:cNvPr>
            <p:cNvCxnSpPr>
              <a:cxnSpLocks/>
            </p:cNvCxnSpPr>
            <p:nvPr/>
          </p:nvCxnSpPr>
          <p:spPr>
            <a:xfrm>
              <a:off x="3959910" y="5274269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331BF3B-AF4A-5A44-6D03-5938194DA73F}"/>
                </a:ext>
              </a:extLst>
            </p:cNvPr>
            <p:cNvSpPr txBox="1"/>
            <p:nvPr/>
          </p:nvSpPr>
          <p:spPr>
            <a:xfrm>
              <a:off x="3574868" y="5012659"/>
              <a:ext cx="385042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1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80131E9-AFE4-5019-7529-84B946F06FC1}"/>
                </a:ext>
              </a:extLst>
            </p:cNvPr>
            <p:cNvCxnSpPr>
              <a:cxnSpLocks/>
            </p:cNvCxnSpPr>
            <p:nvPr/>
          </p:nvCxnSpPr>
          <p:spPr>
            <a:xfrm>
              <a:off x="3955876" y="4190179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37D454-A525-5373-BF76-36A1B68B700B}"/>
                </a:ext>
              </a:extLst>
            </p:cNvPr>
            <p:cNvSpPr txBox="1"/>
            <p:nvPr/>
          </p:nvSpPr>
          <p:spPr>
            <a:xfrm>
              <a:off x="3570834" y="3928569"/>
              <a:ext cx="385042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0</a:t>
              </a:r>
            </a:p>
          </p:txBody>
        </p: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1EB64A0F-5854-B80E-2571-898FBD7619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9269" y="3154630"/>
              <a:ext cx="735772" cy="188283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B3BE7FA-162B-6F3B-5640-1707B5413D5C}"/>
                </a:ext>
              </a:extLst>
            </p:cNvPr>
            <p:cNvCxnSpPr>
              <a:cxnSpLocks/>
            </p:cNvCxnSpPr>
            <p:nvPr/>
          </p:nvCxnSpPr>
          <p:spPr>
            <a:xfrm>
              <a:off x="8950492" y="2833548"/>
              <a:ext cx="146943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7EFDEAF-B3B7-D89A-E018-974A3559D51C}"/>
                </a:ext>
              </a:extLst>
            </p:cNvPr>
            <p:cNvSpPr txBox="1"/>
            <p:nvPr/>
          </p:nvSpPr>
          <p:spPr>
            <a:xfrm>
              <a:off x="10366583" y="2536876"/>
              <a:ext cx="1345240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2800" b="1" dirty="0" err="1">
                  <a:latin typeface="Bahnschrift SemiBold" panose="020B0502040204020203" pitchFamily="34" charset="0"/>
                </a:rPr>
                <a:t>q_out</a:t>
              </a:r>
              <a:r>
                <a:rPr lang="en-US" sz="2800" b="1" dirty="0">
                  <a:latin typeface="Bahnschrift SemiBold" panose="020B0502040204020203" pitchFamily="34" charset="0"/>
                </a:rPr>
                <a:t>[</a:t>
              </a:r>
              <a:r>
                <a:rPr lang="en-US" sz="2800" b="1" dirty="0" err="1">
                  <a:latin typeface="Bahnschrift SemiBold" panose="020B0502040204020203" pitchFamily="34" charset="0"/>
                </a:rPr>
                <a:t>i</a:t>
              </a:r>
              <a:r>
                <a:rPr lang="en-US" sz="2800" b="1" dirty="0">
                  <a:latin typeface="Bahnschrift SemiBold" panose="020B0502040204020203" pitchFamily="34" charset="0"/>
                </a:rPr>
                <a:t>]</a:t>
              </a:r>
              <a:endParaRPr lang="fa-IR" sz="2800" b="1" dirty="0">
                <a:latin typeface="Bahnschrift SemiBold" panose="020B0502040204020203" pitchFamily="34" charset="0"/>
              </a:endParaRP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23821786-5E80-ADA7-6725-78693EA5D592}"/>
                </a:ext>
              </a:extLst>
            </p:cNvPr>
            <p:cNvCxnSpPr/>
            <p:nvPr/>
          </p:nvCxnSpPr>
          <p:spPr>
            <a:xfrm flipV="1">
              <a:off x="4237155" y="2917785"/>
              <a:ext cx="367886" cy="236845"/>
            </a:xfrm>
            <a:prstGeom prst="bentConnector3">
              <a:avLst>
                <a:gd name="adj1" fmla="val 418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026FB2-ECD3-E2C5-FF3D-7C55C3E4ED6B}"/>
                </a:ext>
              </a:extLst>
            </p:cNvPr>
            <p:cNvSpPr txBox="1">
              <a:spLocks/>
            </p:cNvSpPr>
            <p:nvPr/>
          </p:nvSpPr>
          <p:spPr>
            <a:xfrm>
              <a:off x="2773056" y="3080718"/>
              <a:ext cx="1177514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r>
                <a:rPr lang="en-US" dirty="0"/>
                <a:t>INIT[</a:t>
              </a:r>
              <a:r>
                <a:rPr lang="en-US" dirty="0" err="1"/>
                <a:t>i</a:t>
              </a:r>
              <a:r>
                <a:rPr lang="en-US" dirty="0"/>
                <a:t>]</a:t>
              </a:r>
              <a:endParaRPr lang="fa-IR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BAAF0BF-5750-2180-849F-47EC6AC7CAC6}"/>
                </a:ext>
              </a:extLst>
            </p:cNvPr>
            <p:cNvSpPr txBox="1"/>
            <p:nvPr/>
          </p:nvSpPr>
          <p:spPr>
            <a:xfrm>
              <a:off x="4140206" y="5402848"/>
              <a:ext cx="442750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/>
                <a:t>(0)</a:t>
              </a:r>
              <a:endParaRPr lang="fa-IR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97DF301-5C16-CA8E-9460-E0C92102AC5F}"/>
                </a:ext>
              </a:extLst>
            </p:cNvPr>
            <p:cNvSpPr txBox="1"/>
            <p:nvPr/>
          </p:nvSpPr>
          <p:spPr>
            <a:xfrm>
              <a:off x="4037360" y="5663318"/>
              <a:ext cx="612668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/>
                <a:t>(</a:t>
              </a:r>
              <a:r>
                <a:rPr lang="en-US" dirty="0" err="1"/>
                <a:t>clk</a:t>
              </a:r>
              <a:r>
                <a:rPr lang="en-US" dirty="0"/>
                <a:t>)</a:t>
              </a:r>
              <a:endParaRPr lang="fa-IR" dirty="0"/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FD438A3-F3BF-F679-4842-95013CC762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0236" y="1721739"/>
              <a:ext cx="0" cy="78317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087381C-3F46-9FC8-86E1-B98CFE0B90A2}"/>
                </a:ext>
              </a:extLst>
            </p:cNvPr>
            <p:cNvCxnSpPr>
              <a:cxnSpLocks/>
            </p:cNvCxnSpPr>
            <p:nvPr/>
          </p:nvCxnSpPr>
          <p:spPr>
            <a:xfrm>
              <a:off x="2781092" y="1721739"/>
              <a:ext cx="6955021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F02161A-2579-9DD6-2FD6-EB833F895212}"/>
                </a:ext>
              </a:extLst>
            </p:cNvPr>
            <p:cNvCxnSpPr/>
            <p:nvPr/>
          </p:nvCxnSpPr>
          <p:spPr>
            <a:xfrm>
              <a:off x="9736113" y="1721739"/>
              <a:ext cx="0" cy="1096188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0421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1D906-C529-EC43-CB17-D8743A12C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919AB9A9-5FF2-A11C-EEA2-044039DFFDD3}"/>
              </a:ext>
            </a:extLst>
          </p:cNvPr>
          <p:cNvSpPr txBox="1"/>
          <p:nvPr/>
        </p:nvSpPr>
        <p:spPr>
          <a:xfrm>
            <a:off x="434728" y="330798"/>
            <a:ext cx="259398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600" b="1" dirty="0" err="1">
                <a:latin typeface="Bahnschrift SemiBold" panose="020B0502040204020203" pitchFamily="34" charset="0"/>
              </a:rPr>
              <a:t>HG_M_mem</a:t>
            </a:r>
            <a:endParaRPr lang="en-US" sz="3600" b="1" dirty="0">
              <a:latin typeface="Bahnschrift SemiBold" panose="020B050204020402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DE7482-71B9-71D6-F550-9DBD6EC6E2A3}"/>
              </a:ext>
            </a:extLst>
          </p:cNvPr>
          <p:cNvSpPr txBox="1"/>
          <p:nvPr/>
        </p:nvSpPr>
        <p:spPr>
          <a:xfrm>
            <a:off x="470057" y="1125899"/>
            <a:ext cx="317266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For </a:t>
            </a:r>
            <a:r>
              <a:rPr lang="en-US" dirty="0" err="1">
                <a:latin typeface="Bahnschrift SemiBold" panose="020B0502040204020203" pitchFamily="34" charset="0"/>
              </a:rPr>
              <a:t>i</a:t>
            </a:r>
            <a:r>
              <a:rPr lang="en-US" dirty="0">
                <a:latin typeface="Bahnschrift SemiBold" panose="020B0502040204020203" pitchFamily="34" charset="0"/>
              </a:rPr>
              <a:t> in {0,1,2,3,…,28,29,30,31} :</a:t>
            </a:r>
            <a:endParaRPr lang="fa-IR" dirty="0">
              <a:latin typeface="Bahnschrift SemiBold" panose="020B0502040204020203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2EE6B0B-D1D1-A135-141C-0E7A21EA7FF2}"/>
              </a:ext>
            </a:extLst>
          </p:cNvPr>
          <p:cNvGrpSpPr/>
          <p:nvPr/>
        </p:nvGrpSpPr>
        <p:grpSpPr>
          <a:xfrm>
            <a:off x="449757" y="1644001"/>
            <a:ext cx="11292487" cy="4467358"/>
            <a:chOff x="112324" y="1795396"/>
            <a:chExt cx="11292487" cy="446735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6323EBE-8A12-519E-BFE6-8AD744DFD5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4001" y="1795396"/>
              <a:ext cx="0" cy="78317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2FF86CB-CEE0-9AF1-AE4F-913AF679AE94}"/>
                </a:ext>
              </a:extLst>
            </p:cNvPr>
            <p:cNvCxnSpPr/>
            <p:nvPr/>
          </p:nvCxnSpPr>
          <p:spPr>
            <a:xfrm>
              <a:off x="8989878" y="1795396"/>
              <a:ext cx="0" cy="1096188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Picture 2" descr="A diagram of a circuit&#10;&#10;AI-generated content may be incorrect.">
              <a:extLst>
                <a:ext uri="{FF2B5EF4-FFF2-40B4-BE49-F238E27FC236}">
                  <a16:creationId xmlns:a16="http://schemas.microsoft.com/office/drawing/2014/main" id="{BF964EC4-9132-C262-174D-D6C1D63F1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9222" y="2152028"/>
              <a:ext cx="5235257" cy="4110726"/>
            </a:xfrm>
            <a:prstGeom prst="rect">
              <a:avLst/>
            </a:prstGeom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07E1A7AF-E490-98E0-798E-DE3F6AF80211}"/>
                </a:ext>
              </a:extLst>
            </p:cNvPr>
            <p:cNvCxnSpPr>
              <a:cxnSpLocks/>
            </p:cNvCxnSpPr>
            <p:nvPr/>
          </p:nvCxnSpPr>
          <p:spPr>
            <a:xfrm>
              <a:off x="2044001" y="2578566"/>
              <a:ext cx="181480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990FB8EA-140D-0D99-6BD8-9686D95B58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96103" y="2759541"/>
              <a:ext cx="2062703" cy="321943"/>
            </a:xfrm>
            <a:prstGeom prst="bentConnector3">
              <a:avLst>
                <a:gd name="adj1" fmla="val 28943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DDF22B-9C92-F7AC-4C7B-EC424925FD2B}"/>
                </a:ext>
              </a:extLst>
            </p:cNvPr>
            <p:cNvSpPr txBox="1"/>
            <p:nvPr/>
          </p:nvSpPr>
          <p:spPr>
            <a:xfrm>
              <a:off x="222053" y="2729832"/>
              <a:ext cx="1606466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r>
                <a:rPr lang="en-US" b="0" dirty="0" err="1"/>
                <a:t>msg_in</a:t>
              </a:r>
              <a:r>
                <a:rPr lang="en-US" dirty="0"/>
                <a:t>[</a:t>
              </a:r>
              <a:r>
                <a:rPr lang="en-US" dirty="0" err="1"/>
                <a:t>i</a:t>
              </a:r>
              <a:r>
                <a:rPr lang="en-US" dirty="0"/>
                <a:t>]</a:t>
              </a:r>
              <a:endParaRPr lang="fa-IR" dirty="0"/>
            </a:p>
          </p:txBody>
        </p: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7419B6C6-B4DD-5622-B17A-ADC836869B36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>
              <a:off x="2951721" y="3760919"/>
              <a:ext cx="1011762" cy="227347"/>
            </a:xfrm>
            <a:prstGeom prst="bentConnector3">
              <a:avLst>
                <a:gd name="adj1" fmla="val 44822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08BDCC51-2E3E-755E-6B54-60546978D8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96103" y="5086316"/>
              <a:ext cx="2167380" cy="261610"/>
            </a:xfrm>
            <a:prstGeom prst="bentConnector3">
              <a:avLst>
                <a:gd name="adj1" fmla="val 44094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3B320E6-44EA-61C0-0BC3-D31FC1F98FC1}"/>
                </a:ext>
              </a:extLst>
            </p:cNvPr>
            <p:cNvSpPr txBox="1"/>
            <p:nvPr/>
          </p:nvSpPr>
          <p:spPr>
            <a:xfrm>
              <a:off x="112324" y="5020310"/>
              <a:ext cx="1778877" cy="95410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r>
                <a:rPr lang="en-US" b="0" dirty="0" err="1"/>
                <a:t>load_msg</a:t>
              </a:r>
              <a:endParaRPr lang="en-US" b="0" dirty="0"/>
            </a:p>
            <a:p>
              <a:endParaRPr lang="fa-IR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0D47457-5019-B1D1-6455-98A2C9A7C9CD}"/>
                </a:ext>
              </a:extLst>
            </p:cNvPr>
            <p:cNvCxnSpPr>
              <a:cxnSpLocks/>
            </p:cNvCxnSpPr>
            <p:nvPr/>
          </p:nvCxnSpPr>
          <p:spPr>
            <a:xfrm>
              <a:off x="3213675" y="5347926"/>
              <a:ext cx="749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744904F-792D-1992-0DF4-B4D8C77668AD}"/>
                </a:ext>
              </a:extLst>
            </p:cNvPr>
            <p:cNvSpPr txBox="1"/>
            <p:nvPr/>
          </p:nvSpPr>
          <p:spPr>
            <a:xfrm>
              <a:off x="2828633" y="5086316"/>
              <a:ext cx="385042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1</a:t>
              </a:r>
            </a:p>
          </p:txBody>
        </p: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912B2651-2D7B-7C84-6246-C4C85D6E3479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 flipV="1">
              <a:off x="2951721" y="3228287"/>
              <a:ext cx="907085" cy="532632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09BB0B0-0A4B-DE02-6614-5B1C4F4EBE90}"/>
                </a:ext>
              </a:extLst>
            </p:cNvPr>
            <p:cNvCxnSpPr>
              <a:cxnSpLocks/>
            </p:cNvCxnSpPr>
            <p:nvPr/>
          </p:nvCxnSpPr>
          <p:spPr>
            <a:xfrm>
              <a:off x="8204257" y="2916730"/>
              <a:ext cx="146943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E7C9012-3B40-6343-D450-5569785227A1}"/>
                </a:ext>
              </a:extLst>
            </p:cNvPr>
            <p:cNvSpPr txBox="1"/>
            <p:nvPr/>
          </p:nvSpPr>
          <p:spPr>
            <a:xfrm>
              <a:off x="9620348" y="2610533"/>
              <a:ext cx="1784463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2800" b="1" dirty="0" err="1">
                  <a:latin typeface="Bahnschrift SemiBold" panose="020B0502040204020203" pitchFamily="34" charset="0"/>
                </a:rPr>
                <a:t>M_out_k</a:t>
              </a:r>
              <a:r>
                <a:rPr lang="en-US" sz="2800" b="1" dirty="0">
                  <a:latin typeface="Bahnschrift SemiBold" panose="020B0502040204020203" pitchFamily="34" charset="0"/>
                </a:rPr>
                <a:t>[j]</a:t>
              </a:r>
              <a:endParaRPr lang="fa-IR" sz="2800" b="1" dirty="0">
                <a:latin typeface="Bahnschrift SemiBold" panose="020B0502040204020203" pitchFamily="34" charset="0"/>
              </a:endParaRP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7BBC46BD-BDF6-0898-A210-CF9E116A50C8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 flipV="1">
              <a:off x="2951721" y="2991442"/>
              <a:ext cx="907085" cy="769477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9F5C692-5FEA-0214-2814-D01C4DA5D397}"/>
                </a:ext>
              </a:extLst>
            </p:cNvPr>
            <p:cNvSpPr txBox="1"/>
            <p:nvPr/>
          </p:nvSpPr>
          <p:spPr>
            <a:xfrm>
              <a:off x="3393971" y="5476505"/>
              <a:ext cx="442750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/>
                <a:t>(0)</a:t>
              </a:r>
              <a:endParaRPr lang="fa-IR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677A70C-0197-B359-BC03-8830A7CA13DF}"/>
                </a:ext>
              </a:extLst>
            </p:cNvPr>
            <p:cNvSpPr txBox="1"/>
            <p:nvPr/>
          </p:nvSpPr>
          <p:spPr>
            <a:xfrm>
              <a:off x="3291125" y="5736975"/>
              <a:ext cx="612668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/>
                <a:t>(</a:t>
              </a:r>
              <a:r>
                <a:rPr lang="en-US" dirty="0" err="1"/>
                <a:t>clk</a:t>
              </a:r>
              <a:r>
                <a:rPr lang="en-US" dirty="0"/>
                <a:t>)</a:t>
              </a:r>
              <a:endParaRPr lang="fa-IR" dirty="0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E550CCC-788B-045D-34AE-7F386E5CACC0}"/>
                </a:ext>
              </a:extLst>
            </p:cNvPr>
            <p:cNvCxnSpPr>
              <a:cxnSpLocks/>
            </p:cNvCxnSpPr>
            <p:nvPr/>
          </p:nvCxnSpPr>
          <p:spPr>
            <a:xfrm>
              <a:off x="2034857" y="1795396"/>
              <a:ext cx="6955021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B6A1FE7-E1C7-8478-0F2C-0D544EF828A2}"/>
                </a:ext>
              </a:extLst>
            </p:cNvPr>
            <p:cNvSpPr txBox="1"/>
            <p:nvPr/>
          </p:nvSpPr>
          <p:spPr>
            <a:xfrm>
              <a:off x="2566679" y="3499309"/>
              <a:ext cx="385042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2800" b="1" dirty="0">
                  <a:latin typeface="Bahnschrift SemiBold" panose="020B0502040204020203" pitchFamily="34" charset="0"/>
                </a:rPr>
                <a:t>0</a:t>
              </a:r>
            </a:p>
          </p:txBody>
        </p: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E07DBF6A-4100-2C5A-A17E-38F8FF9E8AB9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>
              <a:off x="2951721" y="3760919"/>
              <a:ext cx="1005609" cy="522080"/>
            </a:xfrm>
            <a:prstGeom prst="bentConnector3">
              <a:avLst>
                <a:gd name="adj1" fmla="val 45264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Speech Bubble: Rectangle with Corners Rounded 28">
              <a:extLst>
                <a:ext uri="{FF2B5EF4-FFF2-40B4-BE49-F238E27FC236}">
                  <a16:creationId xmlns:a16="http://schemas.microsoft.com/office/drawing/2014/main" id="{032FCC8E-E5FA-3F90-5421-05B338479D24}"/>
                </a:ext>
              </a:extLst>
            </p:cNvPr>
            <p:cNvSpPr/>
            <p:nvPr/>
          </p:nvSpPr>
          <p:spPr>
            <a:xfrm>
              <a:off x="9240279" y="3608794"/>
              <a:ext cx="1669274" cy="663224"/>
            </a:xfrm>
            <a:prstGeom prst="wedgeRoundRectCallout">
              <a:avLst>
                <a:gd name="adj1" fmla="val 54456"/>
                <a:gd name="adj2" fmla="val -120203"/>
                <a:gd name="adj3" fmla="val 16667"/>
              </a:avLst>
            </a:prstGeom>
            <a:solidFill>
              <a:srgbClr val="689BCE"/>
            </a:solidFill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>
                  <a:latin typeface="Bahnschrift SemiBold" panose="020B0502040204020203" pitchFamily="34" charset="0"/>
                </a:rPr>
                <a:t>k = 4 – (</a:t>
              </a:r>
              <a:r>
                <a:rPr lang="en-US" dirty="0" err="1">
                  <a:latin typeface="Bahnschrift SemiBold" panose="020B0502040204020203" pitchFamily="34" charset="0"/>
                </a:rPr>
                <a:t>i</a:t>
              </a:r>
              <a:r>
                <a:rPr lang="en-US" dirty="0">
                  <a:latin typeface="Bahnschrift SemiBold" panose="020B0502040204020203" pitchFamily="34" charset="0"/>
                </a:rPr>
                <a:t> // 8)</a:t>
              </a:r>
            </a:p>
            <a:p>
              <a:pPr algn="ctr"/>
              <a:r>
                <a:rPr lang="en-US" dirty="0">
                  <a:latin typeface="Bahnschrift SemiBold" panose="020B0502040204020203" pitchFamily="34" charset="0"/>
                </a:rPr>
                <a:t>j = </a:t>
              </a:r>
              <a:r>
                <a:rPr lang="en-US" dirty="0" err="1">
                  <a:latin typeface="Bahnschrift SemiBold" panose="020B0502040204020203" pitchFamily="34" charset="0"/>
                </a:rPr>
                <a:t>i</a:t>
              </a:r>
              <a:r>
                <a:rPr lang="en-US" dirty="0">
                  <a:latin typeface="Bahnschrift SemiBold" panose="020B0502040204020203" pitchFamily="34" charset="0"/>
                </a:rPr>
                <a:t> % 8</a:t>
              </a:r>
              <a:endParaRPr lang="fa-IR" dirty="0">
                <a:latin typeface="Bahnschrift SemiBold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831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1814D-F290-72AA-947B-1E5724003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56AADCB3-A13B-D2D1-8676-83AE7E0A8A7E}"/>
              </a:ext>
            </a:extLst>
          </p:cNvPr>
          <p:cNvSpPr txBox="1"/>
          <p:nvPr/>
        </p:nvSpPr>
        <p:spPr>
          <a:xfrm>
            <a:off x="434728" y="330798"/>
            <a:ext cx="3488455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600" b="1" dirty="0" err="1">
                <a:latin typeface="Bahnschrift SemiBold" panose="020B0502040204020203" pitchFamily="34" charset="0"/>
              </a:rPr>
              <a:t>HG_F_logic_ALU</a:t>
            </a:r>
            <a:endParaRPr lang="en-US" sz="3600" b="1" dirty="0">
              <a:latin typeface="Bahnschrift SemiBold" panose="020B0502040204020203" pitchFamily="34" charset="0"/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29DA3A40-33C2-A17B-F80F-DDA8F01703C2}"/>
              </a:ext>
            </a:extLst>
          </p:cNvPr>
          <p:cNvSpPr txBox="1"/>
          <p:nvPr/>
        </p:nvSpPr>
        <p:spPr>
          <a:xfrm>
            <a:off x="470057" y="1125899"/>
            <a:ext cx="254909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For </a:t>
            </a:r>
            <a:r>
              <a:rPr lang="en-US" dirty="0" err="1">
                <a:latin typeface="Bahnschrift SemiBold" panose="020B0502040204020203" pitchFamily="34" charset="0"/>
              </a:rPr>
              <a:t>i</a:t>
            </a:r>
            <a:r>
              <a:rPr lang="en-US" dirty="0">
                <a:latin typeface="Bahnschrift SemiBold" panose="020B0502040204020203" pitchFamily="34" charset="0"/>
              </a:rPr>
              <a:t> in {0,1,2,3,4,5,6,7} :</a:t>
            </a:r>
            <a:endParaRPr lang="fa-IR" dirty="0">
              <a:latin typeface="Bahnschrift SemiBold" panose="020B0502040204020203" pitchFamily="34" charset="0"/>
            </a:endParaRPr>
          </a:p>
        </p:txBody>
      </p: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2CF9B119-4F96-4745-73E2-2359CAC5DE37}"/>
              </a:ext>
            </a:extLst>
          </p:cNvPr>
          <p:cNvGrpSpPr/>
          <p:nvPr/>
        </p:nvGrpSpPr>
        <p:grpSpPr>
          <a:xfrm>
            <a:off x="-12017520" y="-1266443"/>
            <a:ext cx="9066273" cy="4134137"/>
            <a:chOff x="2406400" y="1681329"/>
            <a:chExt cx="9066273" cy="4134137"/>
          </a:xfrm>
        </p:grpSpPr>
        <p:pic>
          <p:nvPicPr>
            <p:cNvPr id="218" name="Picture 217">
              <a:extLst>
                <a:ext uri="{FF2B5EF4-FFF2-40B4-BE49-F238E27FC236}">
                  <a16:creationId xmlns:a16="http://schemas.microsoft.com/office/drawing/2014/main" id="{3EFB0245-6C19-E09A-473A-D497F109D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6426" y="3851106"/>
              <a:ext cx="1550046" cy="185249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73B3C46-0843-9535-DCC2-87D25D327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7056" y="1681329"/>
              <a:ext cx="1550046" cy="185249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FC6ED31-5ABA-40B9-1D61-ABBB93BF7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35555" y="2595168"/>
              <a:ext cx="1550046" cy="1852494"/>
            </a:xfrm>
            <a:prstGeom prst="rect">
              <a:avLst/>
            </a:prstGeom>
          </p:spPr>
        </p:pic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F3CDB1C-5F5B-8ECE-6309-31375F341929}"/>
                </a:ext>
              </a:extLst>
            </p:cNvPr>
            <p:cNvSpPr txBox="1"/>
            <p:nvPr/>
          </p:nvSpPr>
          <p:spPr>
            <a:xfrm>
              <a:off x="3173363" y="2532529"/>
              <a:ext cx="466726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pPr algn="r"/>
              <a:r>
                <a:rPr lang="en-US" sz="1400" b="0" dirty="0"/>
                <a:t>D[</a:t>
              </a:r>
              <a:r>
                <a:rPr lang="en-US" sz="1400" b="0" dirty="0" err="1"/>
                <a:t>i</a:t>
              </a:r>
              <a:r>
                <a:rPr lang="en-US" sz="1400" b="0" dirty="0"/>
                <a:t>]</a:t>
              </a:r>
              <a:endParaRPr lang="fa-IR" sz="14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9A3C6BE-AD27-E1DB-A8E6-BC0258EDEB64}"/>
                </a:ext>
              </a:extLst>
            </p:cNvPr>
            <p:cNvSpPr txBox="1"/>
            <p:nvPr/>
          </p:nvSpPr>
          <p:spPr>
            <a:xfrm>
              <a:off x="3191841" y="2146844"/>
              <a:ext cx="448247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pPr algn="r"/>
              <a:r>
                <a:rPr lang="en-US" sz="1400" b="0" dirty="0"/>
                <a:t>C[</a:t>
              </a:r>
              <a:r>
                <a:rPr lang="en-US" sz="1400" b="0" dirty="0" err="1"/>
                <a:t>i</a:t>
              </a:r>
              <a:r>
                <a:rPr lang="en-US" sz="1400" b="0" dirty="0"/>
                <a:t>]</a:t>
              </a:r>
              <a:endParaRPr lang="fa-IR" sz="1400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12FD8688-77CF-FBD6-C1BE-0873DDB8525F}"/>
                </a:ext>
              </a:extLst>
            </p:cNvPr>
            <p:cNvSpPr txBox="1"/>
            <p:nvPr/>
          </p:nvSpPr>
          <p:spPr>
            <a:xfrm>
              <a:off x="3191843" y="1757610"/>
              <a:ext cx="448246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pPr algn="r"/>
              <a:r>
                <a:rPr lang="en-US" sz="1400" b="0" dirty="0"/>
                <a:t>B[</a:t>
              </a:r>
              <a:r>
                <a:rPr lang="en-US" sz="1400" b="0" dirty="0" err="1"/>
                <a:t>i</a:t>
              </a:r>
              <a:r>
                <a:rPr lang="en-US" sz="1400" b="0" dirty="0"/>
                <a:t>]</a:t>
              </a:r>
              <a:endParaRPr lang="fa-IR" sz="1400" dirty="0"/>
            </a:p>
          </p:txBody>
        </p:sp>
        <p:cxnSp>
          <p:nvCxnSpPr>
            <p:cNvPr id="125" name="Connector: Elbow 124">
              <a:extLst>
                <a:ext uri="{FF2B5EF4-FFF2-40B4-BE49-F238E27FC236}">
                  <a16:creationId xmlns:a16="http://schemas.microsoft.com/office/drawing/2014/main" id="{1CB9330F-054A-3E50-0C74-F87E4EBBC0ED}"/>
                </a:ext>
              </a:extLst>
            </p:cNvPr>
            <p:cNvCxnSpPr>
              <a:cxnSpLocks/>
              <a:stCxn id="122" idx="3"/>
            </p:cNvCxnSpPr>
            <p:nvPr/>
          </p:nvCxnSpPr>
          <p:spPr>
            <a:xfrm>
              <a:off x="3640089" y="1911499"/>
              <a:ext cx="910387" cy="459806"/>
            </a:xfrm>
            <a:prstGeom prst="bentConnector3">
              <a:avLst/>
            </a:prstGeom>
            <a:ln>
              <a:solidFill>
                <a:srgbClr val="669AC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: Elbow 130">
              <a:extLst>
                <a:ext uri="{FF2B5EF4-FFF2-40B4-BE49-F238E27FC236}">
                  <a16:creationId xmlns:a16="http://schemas.microsoft.com/office/drawing/2014/main" id="{F22FC7D0-FDB0-A452-3112-0CCD9998ACA2}"/>
                </a:ext>
              </a:extLst>
            </p:cNvPr>
            <p:cNvCxnSpPr>
              <a:cxnSpLocks/>
              <a:stCxn id="119" idx="3"/>
            </p:cNvCxnSpPr>
            <p:nvPr/>
          </p:nvCxnSpPr>
          <p:spPr>
            <a:xfrm flipV="1">
              <a:off x="3640089" y="1937596"/>
              <a:ext cx="916901" cy="748822"/>
            </a:xfrm>
            <a:prstGeom prst="bentConnector3">
              <a:avLst>
                <a:gd name="adj1" fmla="val 69738"/>
              </a:avLst>
            </a:prstGeom>
            <a:ln>
              <a:solidFill>
                <a:schemeClr val="tx2">
                  <a:lumMod val="25000"/>
                  <a:lumOff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or: Elbow 135">
              <a:extLst>
                <a:ext uri="{FF2B5EF4-FFF2-40B4-BE49-F238E27FC236}">
                  <a16:creationId xmlns:a16="http://schemas.microsoft.com/office/drawing/2014/main" id="{80AE1371-DCDB-610C-0FC0-C057029FD579}"/>
                </a:ext>
              </a:extLst>
            </p:cNvPr>
            <p:cNvCxnSpPr>
              <a:cxnSpLocks/>
              <a:stCxn id="121" idx="3"/>
            </p:cNvCxnSpPr>
            <p:nvPr/>
          </p:nvCxnSpPr>
          <p:spPr>
            <a:xfrm flipV="1">
              <a:off x="3640088" y="2141402"/>
              <a:ext cx="908168" cy="159331"/>
            </a:xfrm>
            <a:prstGeom prst="bentConnector3">
              <a:avLst>
                <a:gd name="adj1" fmla="val 31121"/>
              </a:avLst>
            </a:prstGeom>
            <a:ln>
              <a:solidFill>
                <a:srgbClr val="2A57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: Elbow 147">
              <a:extLst>
                <a:ext uri="{FF2B5EF4-FFF2-40B4-BE49-F238E27FC236}">
                  <a16:creationId xmlns:a16="http://schemas.microsoft.com/office/drawing/2014/main" id="{699B1DF3-B913-A58D-71EF-07AD744FDD55}"/>
                </a:ext>
              </a:extLst>
            </p:cNvPr>
            <p:cNvCxnSpPr>
              <a:cxnSpLocks/>
              <a:stCxn id="121" idx="3"/>
            </p:cNvCxnSpPr>
            <p:nvPr/>
          </p:nvCxnSpPr>
          <p:spPr>
            <a:xfrm>
              <a:off x="3640088" y="2300733"/>
              <a:ext cx="916902" cy="270798"/>
            </a:xfrm>
            <a:prstGeom prst="bentConnector3">
              <a:avLst>
                <a:gd name="adj1" fmla="val 31041"/>
              </a:avLst>
            </a:prstGeom>
            <a:ln>
              <a:solidFill>
                <a:srgbClr val="2A57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or: Elbow 155">
              <a:extLst>
                <a:ext uri="{FF2B5EF4-FFF2-40B4-BE49-F238E27FC236}">
                  <a16:creationId xmlns:a16="http://schemas.microsoft.com/office/drawing/2014/main" id="{1F575519-26D7-D97B-690D-CE0D931C0D97}"/>
                </a:ext>
              </a:extLst>
            </p:cNvPr>
            <p:cNvCxnSpPr>
              <a:cxnSpLocks/>
              <a:stCxn id="122" idx="3"/>
            </p:cNvCxnSpPr>
            <p:nvPr/>
          </p:nvCxnSpPr>
          <p:spPr>
            <a:xfrm>
              <a:off x="3640089" y="1911499"/>
              <a:ext cx="910387" cy="901023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669AC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or: Elbow 159">
              <a:extLst>
                <a:ext uri="{FF2B5EF4-FFF2-40B4-BE49-F238E27FC236}">
                  <a16:creationId xmlns:a16="http://schemas.microsoft.com/office/drawing/2014/main" id="{9BDE39BE-48F9-B87F-079E-2825C2310E7D}"/>
                </a:ext>
              </a:extLst>
            </p:cNvPr>
            <p:cNvCxnSpPr>
              <a:cxnSpLocks/>
              <a:stCxn id="119" idx="3"/>
            </p:cNvCxnSpPr>
            <p:nvPr/>
          </p:nvCxnSpPr>
          <p:spPr>
            <a:xfrm>
              <a:off x="3640089" y="2686418"/>
              <a:ext cx="910387" cy="279421"/>
            </a:xfrm>
            <a:prstGeom prst="bentConnector3">
              <a:avLst>
                <a:gd name="adj1" fmla="val 34306"/>
              </a:avLst>
            </a:prstGeom>
            <a:ln>
              <a:solidFill>
                <a:schemeClr val="tx2">
                  <a:lumMod val="25000"/>
                  <a:lumOff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D61C3C03-AA73-B8C6-2B73-60361123D6B8}"/>
                </a:ext>
              </a:extLst>
            </p:cNvPr>
            <p:cNvSpPr txBox="1"/>
            <p:nvPr/>
          </p:nvSpPr>
          <p:spPr>
            <a:xfrm>
              <a:off x="2898013" y="3038673"/>
              <a:ext cx="1057740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pPr algn="r"/>
              <a:r>
                <a:rPr lang="en-US" sz="1400" b="0" dirty="0" err="1"/>
                <a:t>func_sel</a:t>
              </a:r>
              <a:r>
                <a:rPr lang="en-US" sz="1400" b="0" dirty="0"/>
                <a:t>[0]</a:t>
              </a:r>
              <a:endParaRPr lang="fa-IR" sz="1400" dirty="0"/>
            </a:p>
          </p:txBody>
        </p: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546302BD-BC0B-8F89-3522-372D18942177}"/>
                </a:ext>
              </a:extLst>
            </p:cNvPr>
            <p:cNvCxnSpPr>
              <a:cxnSpLocks/>
              <a:stCxn id="195" idx="3"/>
            </p:cNvCxnSpPr>
            <p:nvPr/>
          </p:nvCxnSpPr>
          <p:spPr>
            <a:xfrm flipV="1">
              <a:off x="3955753" y="3192561"/>
              <a:ext cx="60123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36C0CA98-9EC0-1715-7D55-983DA3A37A01}"/>
                </a:ext>
              </a:extLst>
            </p:cNvPr>
            <p:cNvCxnSpPr/>
            <p:nvPr/>
          </p:nvCxnSpPr>
          <p:spPr>
            <a:xfrm>
              <a:off x="4280765" y="3333527"/>
              <a:ext cx="2762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39892116-9B9F-921A-BD61-9B5867DC3507}"/>
                </a:ext>
              </a:extLst>
            </p:cNvPr>
            <p:cNvSpPr txBox="1"/>
            <p:nvPr/>
          </p:nvSpPr>
          <p:spPr>
            <a:xfrm>
              <a:off x="4046158" y="3179638"/>
              <a:ext cx="284052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1400" b="1" dirty="0"/>
                <a:t>0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40E90577-3D32-3DBE-CAFC-43C72FF74748}"/>
                </a:ext>
              </a:extLst>
            </p:cNvPr>
            <p:cNvSpPr txBox="1"/>
            <p:nvPr/>
          </p:nvSpPr>
          <p:spPr>
            <a:xfrm>
              <a:off x="2406400" y="4139885"/>
              <a:ext cx="466726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pPr algn="r"/>
              <a:r>
                <a:rPr lang="en-US" sz="1400" b="0" dirty="0"/>
                <a:t>D[</a:t>
              </a:r>
              <a:r>
                <a:rPr lang="en-US" sz="1400" b="0" dirty="0" err="1"/>
                <a:t>i</a:t>
              </a:r>
              <a:r>
                <a:rPr lang="en-US" sz="1400" b="0" dirty="0"/>
                <a:t>]</a:t>
              </a:r>
              <a:endParaRPr lang="fa-IR" sz="1400" dirty="0"/>
            </a:p>
          </p:txBody>
        </p: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B3359E2D-6C7A-EE6E-E320-E1FEB82BAA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2634" y="4301645"/>
              <a:ext cx="49042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2DEF4451-CB08-88BD-5729-4FA204F9AF1B}"/>
                </a:ext>
              </a:extLst>
            </p:cNvPr>
            <p:cNvSpPr txBox="1"/>
            <p:nvPr/>
          </p:nvSpPr>
          <p:spPr>
            <a:xfrm>
              <a:off x="3850839" y="4614497"/>
              <a:ext cx="448246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pPr algn="r"/>
              <a:r>
                <a:rPr lang="en-US" sz="1400" b="0" dirty="0"/>
                <a:t>B[</a:t>
              </a:r>
              <a:r>
                <a:rPr lang="en-US" sz="1400" b="0" dirty="0" err="1"/>
                <a:t>i</a:t>
              </a:r>
              <a:r>
                <a:rPr lang="en-US" sz="1400" b="0" dirty="0"/>
                <a:t>]</a:t>
              </a:r>
              <a:endParaRPr lang="fa-IR" sz="1400" dirty="0"/>
            </a:p>
          </p:txBody>
        </p:sp>
        <p:cxnSp>
          <p:nvCxnSpPr>
            <p:cNvPr id="210" name="Connector: Elbow 209">
              <a:extLst>
                <a:ext uri="{FF2B5EF4-FFF2-40B4-BE49-F238E27FC236}">
                  <a16:creationId xmlns:a16="http://schemas.microsoft.com/office/drawing/2014/main" id="{6241285F-DAFC-3027-B659-EA82DF2A8E63}"/>
                </a:ext>
              </a:extLst>
            </p:cNvPr>
            <p:cNvCxnSpPr>
              <a:stCxn id="208" idx="3"/>
            </p:cNvCxnSpPr>
            <p:nvPr/>
          </p:nvCxnSpPr>
          <p:spPr>
            <a:xfrm flipV="1">
              <a:off x="4299085" y="4520743"/>
              <a:ext cx="697589" cy="247643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ctor: Elbow 211">
              <a:extLst>
                <a:ext uri="{FF2B5EF4-FFF2-40B4-BE49-F238E27FC236}">
                  <a16:creationId xmlns:a16="http://schemas.microsoft.com/office/drawing/2014/main" id="{21C6A00A-1B1D-812B-E6A1-4D1648BFD6CD}"/>
                </a:ext>
              </a:extLst>
            </p:cNvPr>
            <p:cNvCxnSpPr>
              <a:stCxn id="208" idx="3"/>
            </p:cNvCxnSpPr>
            <p:nvPr/>
          </p:nvCxnSpPr>
          <p:spPr>
            <a:xfrm>
              <a:off x="4299085" y="4768386"/>
              <a:ext cx="697589" cy="328130"/>
            </a:xfrm>
            <a:prstGeom prst="bentConnector3">
              <a:avLst>
                <a:gd name="adj1" fmla="val 2706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Arrow Connector 213">
              <a:extLst>
                <a:ext uri="{FF2B5EF4-FFF2-40B4-BE49-F238E27FC236}">
                  <a16:creationId xmlns:a16="http://schemas.microsoft.com/office/drawing/2014/main" id="{EE43B969-61BE-570C-7B7E-2277F196130E}"/>
                </a:ext>
              </a:extLst>
            </p:cNvPr>
            <p:cNvCxnSpPr>
              <a:cxnSpLocks/>
            </p:cNvCxnSpPr>
            <p:nvPr/>
          </p:nvCxnSpPr>
          <p:spPr>
            <a:xfrm>
              <a:off x="3850839" y="4302278"/>
              <a:ext cx="114583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ctor: Elbow 215">
              <a:extLst>
                <a:ext uri="{FF2B5EF4-FFF2-40B4-BE49-F238E27FC236}">
                  <a16:creationId xmlns:a16="http://schemas.microsoft.com/office/drawing/2014/main" id="{69F26B94-F7BC-1275-D206-5817A381AAD2}"/>
                </a:ext>
              </a:extLst>
            </p:cNvPr>
            <p:cNvCxnSpPr>
              <a:cxnSpLocks/>
            </p:cNvCxnSpPr>
            <p:nvPr/>
          </p:nvCxnSpPr>
          <p:spPr>
            <a:xfrm>
              <a:off x="3850839" y="4301645"/>
              <a:ext cx="1145835" cy="393453"/>
            </a:xfrm>
            <a:prstGeom prst="bentConnector3">
              <a:avLst>
                <a:gd name="adj1" fmla="val 80203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1D906307-455C-BBE6-D5EF-7B1B1B9A55D3}"/>
                </a:ext>
              </a:extLst>
            </p:cNvPr>
            <p:cNvSpPr txBox="1"/>
            <p:nvPr/>
          </p:nvSpPr>
          <p:spPr>
            <a:xfrm>
              <a:off x="4039521" y="3926523"/>
              <a:ext cx="466726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pPr algn="r"/>
              <a:r>
                <a:rPr lang="en-US" sz="1400" b="0" dirty="0"/>
                <a:t>D[</a:t>
              </a:r>
              <a:r>
                <a:rPr lang="en-US" sz="1400" b="0" dirty="0" err="1"/>
                <a:t>i</a:t>
              </a:r>
              <a:r>
                <a:rPr lang="en-US" sz="1400" b="0" dirty="0"/>
                <a:t>]</a:t>
              </a:r>
              <a:endParaRPr lang="fa-IR" sz="1400" dirty="0"/>
            </a:p>
          </p:txBody>
        </p: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3DD3DA1D-9864-192A-3C49-B176590B348D}"/>
                </a:ext>
              </a:extLst>
            </p:cNvPr>
            <p:cNvCxnSpPr>
              <a:stCxn id="225" idx="3"/>
            </p:cNvCxnSpPr>
            <p:nvPr/>
          </p:nvCxnSpPr>
          <p:spPr>
            <a:xfrm flipV="1">
              <a:off x="4506247" y="4080411"/>
              <a:ext cx="49042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EA52F52E-324B-78F6-77AE-092E501A7AD3}"/>
                </a:ext>
              </a:extLst>
            </p:cNvPr>
            <p:cNvCxnSpPr/>
            <p:nvPr/>
          </p:nvCxnSpPr>
          <p:spPr>
            <a:xfrm>
              <a:off x="4733771" y="4931292"/>
              <a:ext cx="2762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E68E2410-231D-575B-9725-85F003046D76}"/>
                </a:ext>
              </a:extLst>
            </p:cNvPr>
            <p:cNvSpPr txBox="1"/>
            <p:nvPr/>
          </p:nvSpPr>
          <p:spPr>
            <a:xfrm>
              <a:off x="4499164" y="4777403"/>
              <a:ext cx="284052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1400" b="1" dirty="0"/>
                <a:t>1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EAA453D4-096F-9781-6D2A-D0625828A1F7}"/>
                </a:ext>
              </a:extLst>
            </p:cNvPr>
            <p:cNvSpPr txBox="1"/>
            <p:nvPr/>
          </p:nvSpPr>
          <p:spPr>
            <a:xfrm>
              <a:off x="3006455" y="5507689"/>
              <a:ext cx="1057740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pPr algn="r"/>
              <a:r>
                <a:rPr lang="en-US" sz="1400" b="0" dirty="0" err="1"/>
                <a:t>func_sel</a:t>
              </a:r>
              <a:r>
                <a:rPr lang="en-US" sz="1400" b="0" dirty="0"/>
                <a:t>[0]</a:t>
              </a:r>
              <a:endParaRPr lang="fa-IR" sz="1400" dirty="0"/>
            </a:p>
          </p:txBody>
        </p:sp>
        <p:cxnSp>
          <p:nvCxnSpPr>
            <p:cNvPr id="232" name="Straight Arrow Connector 231">
              <a:extLst>
                <a:ext uri="{FF2B5EF4-FFF2-40B4-BE49-F238E27FC236}">
                  <a16:creationId xmlns:a16="http://schemas.microsoft.com/office/drawing/2014/main" id="{49E911A8-8215-CCE7-BCD3-539798F25B4B}"/>
                </a:ext>
              </a:extLst>
            </p:cNvPr>
            <p:cNvCxnSpPr/>
            <p:nvPr/>
          </p:nvCxnSpPr>
          <p:spPr>
            <a:xfrm>
              <a:off x="4701025" y="5507690"/>
              <a:ext cx="2762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81A7B87C-C95A-D907-42D8-D430743A4874}"/>
                </a:ext>
              </a:extLst>
            </p:cNvPr>
            <p:cNvSpPr txBox="1"/>
            <p:nvPr/>
          </p:nvSpPr>
          <p:spPr>
            <a:xfrm>
              <a:off x="4466418" y="5353801"/>
              <a:ext cx="284052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1400" b="1" dirty="0"/>
                <a:t>0</a:t>
              </a:r>
            </a:p>
          </p:txBody>
        </p:sp>
        <p:cxnSp>
          <p:nvCxnSpPr>
            <p:cNvPr id="235" name="Connector: Elbow 234">
              <a:extLst>
                <a:ext uri="{FF2B5EF4-FFF2-40B4-BE49-F238E27FC236}">
                  <a16:creationId xmlns:a16="http://schemas.microsoft.com/office/drawing/2014/main" id="{6EEBB79F-9C1D-8B2A-F7C8-AE7C441E3784}"/>
                </a:ext>
              </a:extLst>
            </p:cNvPr>
            <p:cNvCxnSpPr>
              <a:stCxn id="230" idx="3"/>
            </p:cNvCxnSpPr>
            <p:nvPr/>
          </p:nvCxnSpPr>
          <p:spPr>
            <a:xfrm flipV="1">
              <a:off x="4064195" y="5353801"/>
              <a:ext cx="913055" cy="307777"/>
            </a:xfrm>
            <a:prstGeom prst="bentConnector3">
              <a:avLst>
                <a:gd name="adj1" fmla="val 2983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Rectangle: Rounded Corners 239">
              <a:extLst>
                <a:ext uri="{FF2B5EF4-FFF2-40B4-BE49-F238E27FC236}">
                  <a16:creationId xmlns:a16="http://schemas.microsoft.com/office/drawing/2014/main" id="{C95E4EB2-EFCF-3DEF-4D93-2D782118ABF2}"/>
                </a:ext>
              </a:extLst>
            </p:cNvPr>
            <p:cNvSpPr/>
            <p:nvPr/>
          </p:nvSpPr>
          <p:spPr>
            <a:xfrm>
              <a:off x="5918905" y="4379554"/>
              <a:ext cx="485775" cy="30777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cxnSp>
          <p:nvCxnSpPr>
            <p:cNvPr id="273" name="Connector: Elbow 272">
              <a:extLst>
                <a:ext uri="{FF2B5EF4-FFF2-40B4-BE49-F238E27FC236}">
                  <a16:creationId xmlns:a16="http://schemas.microsoft.com/office/drawing/2014/main" id="{CBC3B0E6-8ADD-7933-8DA7-926636CBB838}"/>
                </a:ext>
              </a:extLst>
            </p:cNvPr>
            <p:cNvCxnSpPr/>
            <p:nvPr/>
          </p:nvCxnSpPr>
          <p:spPr>
            <a:xfrm flipV="1">
              <a:off x="7977285" y="2844029"/>
              <a:ext cx="280198" cy="97458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ctor: Elbow 273">
              <a:extLst>
                <a:ext uri="{FF2B5EF4-FFF2-40B4-BE49-F238E27FC236}">
                  <a16:creationId xmlns:a16="http://schemas.microsoft.com/office/drawing/2014/main" id="{7F0000BE-D9BF-C2BD-6F63-465C18EA8687}"/>
                </a:ext>
              </a:extLst>
            </p:cNvPr>
            <p:cNvCxnSpPr>
              <a:cxnSpLocks/>
            </p:cNvCxnSpPr>
            <p:nvPr/>
          </p:nvCxnSpPr>
          <p:spPr>
            <a:xfrm>
              <a:off x="7977285" y="2941487"/>
              <a:ext cx="280198" cy="11115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1A7FDC1-12BC-9226-3220-A8EF08DEDE91}"/>
                </a:ext>
              </a:extLst>
            </p:cNvPr>
            <p:cNvSpPr/>
            <p:nvPr/>
          </p:nvSpPr>
          <p:spPr>
            <a:xfrm rot="5400000">
              <a:off x="7035640" y="4274556"/>
              <a:ext cx="337896" cy="503189"/>
            </a:xfrm>
            <a:custGeom>
              <a:avLst/>
              <a:gdLst>
                <a:gd name="connsiteX0" fmla="*/ 0 w 572182"/>
                <a:gd name="connsiteY0" fmla="*/ 810938 h 810938"/>
                <a:gd name="connsiteX1" fmla="*/ 269062 w 572182"/>
                <a:gd name="connsiteY1" fmla="*/ 263261 h 810938"/>
                <a:gd name="connsiteX2" fmla="*/ 234185 w 572182"/>
                <a:gd name="connsiteY2" fmla="*/ 256220 h 810938"/>
                <a:gd name="connsiteX3" fmla="*/ 152742 w 572182"/>
                <a:gd name="connsiteY3" fmla="*/ 133349 h 810938"/>
                <a:gd name="connsiteX4" fmla="*/ 286091 w 572182"/>
                <a:gd name="connsiteY4" fmla="*/ 0 h 810938"/>
                <a:gd name="connsiteX5" fmla="*/ 419440 w 572182"/>
                <a:gd name="connsiteY5" fmla="*/ 133349 h 810938"/>
                <a:gd name="connsiteX6" fmla="*/ 337996 w 572182"/>
                <a:gd name="connsiteY6" fmla="*/ 256220 h 810938"/>
                <a:gd name="connsiteX7" fmla="*/ 303120 w 572182"/>
                <a:gd name="connsiteY7" fmla="*/ 263261 h 810938"/>
                <a:gd name="connsiteX8" fmla="*/ 572182 w 572182"/>
                <a:gd name="connsiteY8" fmla="*/ 810938 h 8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2182" h="810938">
                  <a:moveTo>
                    <a:pt x="0" y="810938"/>
                  </a:moveTo>
                  <a:lnTo>
                    <a:pt x="269062" y="263261"/>
                  </a:lnTo>
                  <a:lnTo>
                    <a:pt x="234185" y="256220"/>
                  </a:lnTo>
                  <a:cubicBezTo>
                    <a:pt x="186324" y="235976"/>
                    <a:pt x="152742" y="188584"/>
                    <a:pt x="152742" y="133349"/>
                  </a:cubicBezTo>
                  <a:cubicBezTo>
                    <a:pt x="152742" y="59702"/>
                    <a:pt x="212444" y="0"/>
                    <a:pt x="286091" y="0"/>
                  </a:cubicBezTo>
                  <a:cubicBezTo>
                    <a:pt x="359738" y="0"/>
                    <a:pt x="419440" y="59702"/>
                    <a:pt x="419440" y="133349"/>
                  </a:cubicBezTo>
                  <a:cubicBezTo>
                    <a:pt x="419440" y="188584"/>
                    <a:pt x="385857" y="235976"/>
                    <a:pt x="337996" y="256220"/>
                  </a:cubicBezTo>
                  <a:lnTo>
                    <a:pt x="303120" y="263261"/>
                  </a:lnTo>
                  <a:lnTo>
                    <a:pt x="572182" y="810938"/>
                  </a:lnTo>
                  <a:close/>
                </a:path>
              </a:pathLst>
            </a:custGeom>
            <a:solidFill>
              <a:srgbClr val="6A9ECF"/>
            </a:solidFill>
            <a:ln w="19050">
              <a:solidFill>
                <a:srgbClr val="2550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fa-IR" dirty="0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DA093CF-5C9B-27C9-DDBC-0EA1D77B685A}"/>
                </a:ext>
              </a:extLst>
            </p:cNvPr>
            <p:cNvSpPr/>
            <p:nvPr/>
          </p:nvSpPr>
          <p:spPr>
            <a:xfrm rot="5400000">
              <a:off x="3430296" y="4054198"/>
              <a:ext cx="337896" cy="503189"/>
            </a:xfrm>
            <a:custGeom>
              <a:avLst/>
              <a:gdLst>
                <a:gd name="connsiteX0" fmla="*/ 0 w 572182"/>
                <a:gd name="connsiteY0" fmla="*/ 810938 h 810938"/>
                <a:gd name="connsiteX1" fmla="*/ 269062 w 572182"/>
                <a:gd name="connsiteY1" fmla="*/ 263261 h 810938"/>
                <a:gd name="connsiteX2" fmla="*/ 234185 w 572182"/>
                <a:gd name="connsiteY2" fmla="*/ 256220 h 810938"/>
                <a:gd name="connsiteX3" fmla="*/ 152742 w 572182"/>
                <a:gd name="connsiteY3" fmla="*/ 133349 h 810938"/>
                <a:gd name="connsiteX4" fmla="*/ 286091 w 572182"/>
                <a:gd name="connsiteY4" fmla="*/ 0 h 810938"/>
                <a:gd name="connsiteX5" fmla="*/ 419440 w 572182"/>
                <a:gd name="connsiteY5" fmla="*/ 133349 h 810938"/>
                <a:gd name="connsiteX6" fmla="*/ 337996 w 572182"/>
                <a:gd name="connsiteY6" fmla="*/ 256220 h 810938"/>
                <a:gd name="connsiteX7" fmla="*/ 303120 w 572182"/>
                <a:gd name="connsiteY7" fmla="*/ 263261 h 810938"/>
                <a:gd name="connsiteX8" fmla="*/ 572182 w 572182"/>
                <a:gd name="connsiteY8" fmla="*/ 810938 h 8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2182" h="810938">
                  <a:moveTo>
                    <a:pt x="0" y="810938"/>
                  </a:moveTo>
                  <a:lnTo>
                    <a:pt x="269062" y="263261"/>
                  </a:lnTo>
                  <a:lnTo>
                    <a:pt x="234185" y="256220"/>
                  </a:lnTo>
                  <a:cubicBezTo>
                    <a:pt x="186324" y="235976"/>
                    <a:pt x="152742" y="188584"/>
                    <a:pt x="152742" y="133349"/>
                  </a:cubicBezTo>
                  <a:cubicBezTo>
                    <a:pt x="152742" y="59702"/>
                    <a:pt x="212444" y="0"/>
                    <a:pt x="286091" y="0"/>
                  </a:cubicBezTo>
                  <a:cubicBezTo>
                    <a:pt x="359738" y="0"/>
                    <a:pt x="419440" y="59702"/>
                    <a:pt x="419440" y="133349"/>
                  </a:cubicBezTo>
                  <a:cubicBezTo>
                    <a:pt x="419440" y="188584"/>
                    <a:pt x="385857" y="235976"/>
                    <a:pt x="337996" y="256220"/>
                  </a:cubicBezTo>
                  <a:lnTo>
                    <a:pt x="303120" y="263261"/>
                  </a:lnTo>
                  <a:lnTo>
                    <a:pt x="572182" y="810938"/>
                  </a:lnTo>
                  <a:close/>
                </a:path>
              </a:pathLst>
            </a:custGeom>
            <a:solidFill>
              <a:srgbClr val="6A9ECF"/>
            </a:solidFill>
            <a:ln w="19050">
              <a:solidFill>
                <a:srgbClr val="2550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fa-IR" dirty="0"/>
            </a:p>
          </p:txBody>
        </p:sp>
        <p:cxnSp>
          <p:nvCxnSpPr>
            <p:cNvPr id="296" name="Straight Arrow Connector 295">
              <a:extLst>
                <a:ext uri="{FF2B5EF4-FFF2-40B4-BE49-F238E27FC236}">
                  <a16:creationId xmlns:a16="http://schemas.microsoft.com/office/drawing/2014/main" id="{F1B26698-D77C-C57A-23E1-264E3DFCAB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9354" y="4520743"/>
              <a:ext cx="593639" cy="70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0563670D-81DF-B4E3-4092-41D0441EFFAF}"/>
                </a:ext>
              </a:extLst>
            </p:cNvPr>
            <p:cNvSpPr txBox="1"/>
            <p:nvPr/>
          </p:nvSpPr>
          <p:spPr>
            <a:xfrm>
              <a:off x="7094545" y="4608096"/>
              <a:ext cx="723275" cy="276999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200" dirty="0">
                  <a:latin typeface="Bahnschrift SemiBold" panose="020B0502040204020203" pitchFamily="34" charset="0"/>
                </a:rPr>
                <a:t>CA3_inv</a:t>
              </a:r>
              <a:endParaRPr lang="fa-IR" sz="12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19869F81-ECB5-28C6-9B34-376D285519EF}"/>
                </a:ext>
              </a:extLst>
            </p:cNvPr>
            <p:cNvSpPr txBox="1"/>
            <p:nvPr/>
          </p:nvSpPr>
          <p:spPr>
            <a:xfrm>
              <a:off x="3224899" y="3885001"/>
              <a:ext cx="723275" cy="276999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200" dirty="0">
                  <a:latin typeface="Bahnschrift SemiBold" panose="020B0502040204020203" pitchFamily="34" charset="0"/>
                </a:rPr>
                <a:t>CA3_inv</a:t>
              </a:r>
              <a:endParaRPr lang="fa-IR" sz="1200" dirty="0">
                <a:latin typeface="Bahnschrift SemiBold" panose="020B0502040204020203" pitchFamily="34" charset="0"/>
              </a:endParaRPr>
            </a:p>
          </p:txBody>
        </p:sp>
        <p:cxnSp>
          <p:nvCxnSpPr>
            <p:cNvPr id="301" name="Connector: Elbow 300">
              <a:extLst>
                <a:ext uri="{FF2B5EF4-FFF2-40B4-BE49-F238E27FC236}">
                  <a16:creationId xmlns:a16="http://schemas.microsoft.com/office/drawing/2014/main" id="{48BD426A-E91F-E843-11A9-26AAD0E4EB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873" y="3487415"/>
              <a:ext cx="1557610" cy="1033328"/>
            </a:xfrm>
            <a:prstGeom prst="bentConnector3">
              <a:avLst>
                <a:gd name="adj1" fmla="val 31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E00EFF57-8204-F013-F5D2-93FCC15CCCE0}"/>
                </a:ext>
              </a:extLst>
            </p:cNvPr>
            <p:cNvCxnSpPr>
              <a:stCxn id="288" idx="4"/>
            </p:cNvCxnSpPr>
            <p:nvPr/>
          </p:nvCxnSpPr>
          <p:spPr>
            <a:xfrm>
              <a:off x="7456183" y="4526151"/>
              <a:ext cx="212859" cy="16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Connector: Elbow 313">
              <a:extLst>
                <a:ext uri="{FF2B5EF4-FFF2-40B4-BE49-F238E27FC236}">
                  <a16:creationId xmlns:a16="http://schemas.microsoft.com/office/drawing/2014/main" id="{688073FB-EC5F-D467-D568-448A951E0C98}"/>
                </a:ext>
              </a:extLst>
            </p:cNvPr>
            <p:cNvCxnSpPr/>
            <p:nvPr/>
          </p:nvCxnSpPr>
          <p:spPr>
            <a:xfrm rot="5400000" flipH="1" flipV="1">
              <a:off x="7539949" y="3810221"/>
              <a:ext cx="846627" cy="588441"/>
            </a:xfrm>
            <a:prstGeom prst="bentConnector3">
              <a:avLst>
                <a:gd name="adj1" fmla="val 10006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76B5DC9B-B0EB-0439-B8C3-C8A6BD7B6D2B}"/>
                </a:ext>
              </a:extLst>
            </p:cNvPr>
            <p:cNvSpPr txBox="1"/>
            <p:nvPr/>
          </p:nvSpPr>
          <p:spPr>
            <a:xfrm>
              <a:off x="6341722" y="3060562"/>
              <a:ext cx="448247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pPr algn="r"/>
              <a:r>
                <a:rPr lang="en-US" sz="1400" b="0" dirty="0"/>
                <a:t>C[</a:t>
              </a:r>
              <a:r>
                <a:rPr lang="en-US" sz="1400" b="0" dirty="0" err="1"/>
                <a:t>i</a:t>
              </a:r>
              <a:r>
                <a:rPr lang="en-US" sz="1400" b="0" dirty="0"/>
                <a:t>]</a:t>
              </a:r>
              <a:endParaRPr lang="fa-IR" sz="1400" dirty="0"/>
            </a:p>
          </p:txBody>
        </p:sp>
        <p:cxnSp>
          <p:nvCxnSpPr>
            <p:cNvPr id="317" name="Straight Arrow Connector 316">
              <a:extLst>
                <a:ext uri="{FF2B5EF4-FFF2-40B4-BE49-F238E27FC236}">
                  <a16:creationId xmlns:a16="http://schemas.microsoft.com/office/drawing/2014/main" id="{F9E2A0CB-20B4-4E40-618F-1D63C01A4B24}"/>
                </a:ext>
              </a:extLst>
            </p:cNvPr>
            <p:cNvCxnSpPr/>
            <p:nvPr/>
          </p:nvCxnSpPr>
          <p:spPr>
            <a:xfrm>
              <a:off x="7964394" y="3270902"/>
              <a:ext cx="2762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CDACA3A7-2031-6214-901F-77C9C3443052}"/>
                </a:ext>
              </a:extLst>
            </p:cNvPr>
            <p:cNvSpPr txBox="1"/>
            <p:nvPr/>
          </p:nvSpPr>
          <p:spPr>
            <a:xfrm>
              <a:off x="7729787" y="3117013"/>
              <a:ext cx="284052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1400" b="1" dirty="0"/>
                <a:t>0</a:t>
              </a:r>
            </a:p>
          </p:txBody>
        </p:sp>
        <p:cxnSp>
          <p:nvCxnSpPr>
            <p:cNvPr id="322" name="Connector: Elbow 321">
              <a:extLst>
                <a:ext uri="{FF2B5EF4-FFF2-40B4-BE49-F238E27FC236}">
                  <a16:creationId xmlns:a16="http://schemas.microsoft.com/office/drawing/2014/main" id="{229006CB-858B-CD50-90F2-BF85DFA9D3B2}"/>
                </a:ext>
              </a:extLst>
            </p:cNvPr>
            <p:cNvCxnSpPr>
              <a:cxnSpLocks/>
            </p:cNvCxnSpPr>
            <p:nvPr/>
          </p:nvCxnSpPr>
          <p:spPr>
            <a:xfrm>
              <a:off x="5918905" y="2360559"/>
              <a:ext cx="2094934" cy="580928"/>
            </a:xfrm>
            <a:prstGeom prst="bent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Connector: Elbow 326">
              <a:extLst>
                <a:ext uri="{FF2B5EF4-FFF2-40B4-BE49-F238E27FC236}">
                  <a16:creationId xmlns:a16="http://schemas.microsoft.com/office/drawing/2014/main" id="{6CE2EFA5-61B9-21AE-E4CE-D6C87E9BB3BE}"/>
                </a:ext>
              </a:extLst>
            </p:cNvPr>
            <p:cNvCxnSpPr>
              <a:stCxn id="316" idx="3"/>
            </p:cNvCxnSpPr>
            <p:nvPr/>
          </p:nvCxnSpPr>
          <p:spPr>
            <a:xfrm>
              <a:off x="6789969" y="3214451"/>
              <a:ext cx="1445586" cy="636655"/>
            </a:xfrm>
            <a:prstGeom prst="bentConnector3">
              <a:avLst>
                <a:gd name="adj1" fmla="val 45827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CFE0A8B0-993C-9501-6DCA-852D72BF678A}"/>
                </a:ext>
              </a:extLst>
            </p:cNvPr>
            <p:cNvSpPr txBox="1"/>
            <p:nvPr/>
          </p:nvSpPr>
          <p:spPr>
            <a:xfrm>
              <a:off x="5418010" y="3494596"/>
              <a:ext cx="1057740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pPr algn="r"/>
              <a:r>
                <a:rPr lang="en-US" sz="1400" b="0" dirty="0" err="1"/>
                <a:t>func_sel</a:t>
              </a:r>
              <a:r>
                <a:rPr lang="en-US" sz="1400" b="0" dirty="0"/>
                <a:t>[1]</a:t>
              </a:r>
              <a:endParaRPr lang="fa-IR" sz="1400" dirty="0"/>
            </a:p>
          </p:txBody>
        </p:sp>
        <p:cxnSp>
          <p:nvCxnSpPr>
            <p:cNvPr id="334" name="Straight Arrow Connector 333">
              <a:extLst>
                <a:ext uri="{FF2B5EF4-FFF2-40B4-BE49-F238E27FC236}">
                  <a16:creationId xmlns:a16="http://schemas.microsoft.com/office/drawing/2014/main" id="{9E47ECC2-A0F0-8B57-B8DC-F4FE5FC37878}"/>
                </a:ext>
              </a:extLst>
            </p:cNvPr>
            <p:cNvCxnSpPr/>
            <p:nvPr/>
          </p:nvCxnSpPr>
          <p:spPr>
            <a:xfrm>
              <a:off x="7982311" y="4247090"/>
              <a:ext cx="2762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FF08E8E0-4414-EC61-5422-99177FAB1501}"/>
                </a:ext>
              </a:extLst>
            </p:cNvPr>
            <p:cNvSpPr txBox="1"/>
            <p:nvPr/>
          </p:nvSpPr>
          <p:spPr>
            <a:xfrm>
              <a:off x="7747704" y="4093201"/>
              <a:ext cx="284052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sz="1400" b="1" dirty="0"/>
                <a:t>0</a:t>
              </a:r>
            </a:p>
          </p:txBody>
        </p:sp>
        <p:cxnSp>
          <p:nvCxnSpPr>
            <p:cNvPr id="336" name="Connector: Elbow 335">
              <a:extLst>
                <a:ext uri="{FF2B5EF4-FFF2-40B4-BE49-F238E27FC236}">
                  <a16:creationId xmlns:a16="http://schemas.microsoft.com/office/drawing/2014/main" id="{A53B662E-7A69-7B47-8C77-01A913CFE393}"/>
                </a:ext>
              </a:extLst>
            </p:cNvPr>
            <p:cNvCxnSpPr>
              <a:cxnSpLocks/>
              <a:stCxn id="333" idx="3"/>
            </p:cNvCxnSpPr>
            <p:nvPr/>
          </p:nvCxnSpPr>
          <p:spPr>
            <a:xfrm>
              <a:off x="6475750" y="3648485"/>
              <a:ext cx="1754400" cy="473032"/>
            </a:xfrm>
            <a:prstGeom prst="bentConnector3">
              <a:avLst>
                <a:gd name="adj1" fmla="val 4656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Arrow Connector 397">
              <a:extLst>
                <a:ext uri="{FF2B5EF4-FFF2-40B4-BE49-F238E27FC236}">
                  <a16:creationId xmlns:a16="http://schemas.microsoft.com/office/drawing/2014/main" id="{DCBD01B7-A186-A92B-7908-94C34F777A3C}"/>
                </a:ext>
              </a:extLst>
            </p:cNvPr>
            <p:cNvCxnSpPr>
              <a:cxnSpLocks/>
            </p:cNvCxnSpPr>
            <p:nvPr/>
          </p:nvCxnSpPr>
          <p:spPr>
            <a:xfrm>
              <a:off x="9705975" y="3274727"/>
              <a:ext cx="33718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48BDBAD0-49EC-A976-6A32-DBEA1258C5F4}"/>
                </a:ext>
              </a:extLst>
            </p:cNvPr>
            <p:cNvSpPr txBox="1"/>
            <p:nvPr/>
          </p:nvSpPr>
          <p:spPr>
            <a:xfrm>
              <a:off x="10007317" y="3086235"/>
              <a:ext cx="1465356" cy="33855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fa-IR"/>
              </a:defPPr>
              <a:lvl1pPr>
                <a:defRPr sz="2800" b="1">
                  <a:latin typeface="Bahnschrift SemiBold" panose="020B0502040204020203" pitchFamily="34" charset="0"/>
                </a:defRPr>
              </a:lvl1pPr>
            </a:lstStyle>
            <a:p>
              <a:r>
                <a:rPr lang="en-US" sz="1600" b="0" dirty="0" err="1"/>
                <a:t>F_logic</a:t>
              </a:r>
              <a:r>
                <a:rPr lang="en-US" sz="1600" b="0" dirty="0"/>
                <a:t>[</a:t>
              </a:r>
              <a:r>
                <a:rPr lang="en-US" sz="1600" b="0" dirty="0" err="1"/>
                <a:t>i</a:t>
              </a:r>
              <a:r>
                <a:rPr lang="en-US" sz="1600" b="0" dirty="0"/>
                <a:t>]</a:t>
              </a:r>
            </a:p>
          </p:txBody>
        </p:sp>
      </p:grpSp>
      <p:pic>
        <p:nvPicPr>
          <p:cNvPr id="403" name="Picture 402" descr="A diagram of a computer circuit&#10;&#10;AI-generated content may be incorrect.">
            <a:extLst>
              <a:ext uri="{FF2B5EF4-FFF2-40B4-BE49-F238E27FC236}">
                <a16:creationId xmlns:a16="http://schemas.microsoft.com/office/drawing/2014/main" id="{24D80306-0421-6728-CB5A-9D8CE7508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05" y="1747326"/>
            <a:ext cx="9808488" cy="453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79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423</Words>
  <Application>Microsoft Office PowerPoint</Application>
  <PresentationFormat>Widescreen</PresentationFormat>
  <Paragraphs>154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Meraj Rastegar</dc:creator>
  <cp:lastModifiedBy>Meraj Rastegar</cp:lastModifiedBy>
  <cp:revision>8</cp:revision>
  <dcterms:created xsi:type="dcterms:W3CDTF">2025-12-02T00:42:19Z</dcterms:created>
  <dcterms:modified xsi:type="dcterms:W3CDTF">2025-12-02T19:31:32Z</dcterms:modified>
</cp:coreProperties>
</file>